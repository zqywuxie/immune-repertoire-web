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61" r:id="rId4"/>
    <p:sldId id="262" r:id="rId5"/>
    <p:sldId id="266" r:id="rId6"/>
    <p:sldId id="268" r:id="rId7"/>
    <p:sldId id="269" r:id="rId8"/>
    <p:sldId id="270" r:id="rId9"/>
    <p:sldId id="271" r:id="rId10"/>
    <p:sldId id="272" r:id="rId11"/>
    <p:sldId id="273" r:id="rId12"/>
    <p:sldId id="284" r:id="rId13"/>
    <p:sldId id="264" r:id="rId14"/>
    <p:sldId id="267" r:id="rId15"/>
    <p:sldId id="278" r:id="rId16"/>
    <p:sldId id="279" r:id="rId17"/>
    <p:sldId id="280" r:id="rId18"/>
    <p:sldId id="281" r:id="rId19"/>
    <p:sldId id="282" r:id="rId20"/>
    <p:sldId id="283" r:id="rId21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8CA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4C3C2611-4C71-4FC5-86AE-919BDF0F9419}" styleName="">
    <a:wholeTbl>
      <a:tcTxStyle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Style>
        <a:tcBdr/>
        <a:fill>
          <a:solidFill>
            <a:srgbClr val="E3E5E8"/>
          </a:solidFill>
        </a:fill>
      </a:tcStyle>
    </a:band2H>
    <a:firstCol>
      <a:tcTxStyle b="on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53" d="100"/>
          <a:sy n="53" d="100"/>
        </p:scale>
        <p:origin x="798" y="114"/>
      </p:cViewPr>
      <p:guideLst>
        <p:guide orient="horz" pos="4320"/>
        <p:guide pos="76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Shape 158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59" name="Shape 15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8000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8000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8000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8000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8000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8000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8000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8000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8000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</a:lstStyle>
          <a:p>
            <a:r>
              <a:t>Author and Date</a:t>
            </a:r>
          </a:p>
        </p:txBody>
      </p:sp>
      <p:sp>
        <p:nvSpPr>
          <p:cNvPr id="12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z="11600" spc="-232"/>
            </a:lvl1pPr>
          </a:lstStyle>
          <a:p>
            <a:r>
              <a:t>Presentation Title</a:t>
            </a: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Presentation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666699290_02_crop_3159x1892.jpg"/>
          <p:cNvSpPr>
            <a:spLocks noGrp="1"/>
          </p:cNvSpPr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2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z="11600" spc="-232"/>
            </a:lvl1pPr>
          </a:lstStyle>
          <a:p>
            <a:r>
              <a:t>Presentation Title</a:t>
            </a:r>
          </a:p>
        </p:txBody>
      </p:sp>
      <p:sp>
        <p:nvSpPr>
          <p:cNvPr id="23" name="Author and Date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</a:lstStyle>
          <a:p>
            <a:r>
              <a:t>Author and Date</a:t>
            </a:r>
          </a:p>
        </p:txBody>
      </p:sp>
      <p:sp>
        <p:nvSpPr>
          <p:cNvPr id="24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Presentation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2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910457886_1434x1669.jpg"/>
          <p:cNvSpPr>
            <a:spLocks noGrp="1"/>
          </p:cNvSpPr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3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r>
              <a:t>Slide Title</a:t>
            </a:r>
          </a:p>
        </p:txBody>
      </p:sp>
      <p:sp>
        <p:nvSpPr>
          <p:cNvPr id="34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Slide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3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43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44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5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61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62" name="660384004_1290x1720.jpg"/>
          <p:cNvSpPr>
            <a:spLocks noGrp="1"/>
          </p:cNvSpPr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6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6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sz="11600" b="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Section Title</a:t>
            </a:r>
          </a:p>
        </p:txBody>
      </p:sp>
      <p:sp>
        <p:nvSpPr>
          <p:cNvPr id="7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80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8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Agenda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r>
              <a:t>Agenda Title</a:t>
            </a:r>
          </a:p>
        </p:txBody>
      </p:sp>
      <p:sp>
        <p:nvSpPr>
          <p:cNvPr id="89" name="Agenda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Agenda Subtitle</a:t>
            </a:r>
          </a:p>
        </p:txBody>
      </p:sp>
      <p:sp>
        <p:nvSpPr>
          <p:cNvPr id="90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5pPr>
          </a:lstStyle>
          <a:p>
            <a:r>
              <a:t>Agenda Topics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9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Statement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9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5pPr>
          </a:lstStyle>
          <a:p>
            <a:r>
              <a:t>100%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07" name="Fact information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Fact information</a:t>
            </a:r>
          </a:p>
        </p:txBody>
      </p:sp>
      <p:sp>
        <p:nvSpPr>
          <p:cNvPr id="10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Attribution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</a:lstStyle>
          <a:p>
            <a:r>
              <a:t>Attribution</a:t>
            </a:r>
          </a:p>
        </p:txBody>
      </p:sp>
      <p:sp>
        <p:nvSpPr>
          <p:cNvPr id="116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810" indent="-4699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810" indent="-127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810" indent="4445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810" indent="9017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810" indent="13589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“Notable Quote”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Image"/>
          <p:cNvSpPr>
            <a:spLocks noGrp="1"/>
          </p:cNvSpPr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25" name="Image"/>
          <p:cNvSpPr>
            <a:spLocks noGrp="1"/>
          </p:cNvSpPr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26" name="Image"/>
          <p:cNvSpPr>
            <a:spLocks noGrp="1"/>
          </p:cNvSpPr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2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Author and Dat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</a:lstStyle>
          <a:p>
            <a:r>
              <a:t>Author and Date</a:t>
            </a:r>
          </a:p>
        </p:txBody>
      </p:sp>
      <p:sp>
        <p:nvSpPr>
          <p:cNvPr id="150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z="11200" spc="-224"/>
            </a:lvl1pPr>
          </a:lstStyle>
          <a:p>
            <a:r>
              <a:t>Presentation Title</a:t>
            </a:r>
          </a:p>
        </p:txBody>
      </p:sp>
      <p:sp>
        <p:nvSpPr>
          <p:cNvPr id="151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/>
            </a:lvl5pPr>
          </a:lstStyle>
          <a:p>
            <a:r>
              <a:t>Presentation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5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15622" y="13131088"/>
            <a:ext cx="340259" cy="324511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normAutofit/>
          </a:bodyPr>
          <a:lstStyle/>
          <a:p>
            <a:r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normAutofit/>
          </a:bodyPr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4" r:id="rId14"/>
  </p:sldLayoutIdLst>
  <p:transition spd="med"/>
  <p:txStyles>
    <p:titleStyle>
      <a:lvl1pPr marL="0" marR="0" indent="0" algn="l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400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400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400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400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400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400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400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400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400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7" Type="http://schemas.openxmlformats.org/officeDocument/2006/relationships/image" Target="../media/image3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2.png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7.xml"/><Relationship Id="rId7" Type="http://schemas.openxmlformats.org/officeDocument/2006/relationships/image" Target="../media/image3.png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image" Target="../media/image2.png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11.xml"/><Relationship Id="rId7" Type="http://schemas.openxmlformats.org/officeDocument/2006/relationships/image" Target="../media/image5.png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image" Target="../media/image4.jpeg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15.xml"/><Relationship Id="rId7" Type="http://schemas.openxmlformats.org/officeDocument/2006/relationships/image" Target="../media/image5.png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image" Target="../media/image4.jpeg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1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7" Type="http://schemas.openxmlformats.org/officeDocument/2006/relationships/image" Target="../media/image7.jpeg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image" Target="../media/image6.jpeg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2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23.xml"/><Relationship Id="rId7" Type="http://schemas.openxmlformats.org/officeDocument/2006/relationships/image" Target="../media/image7.jpeg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image" Target="../media/image6.jpeg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2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27.xml"/><Relationship Id="rId7" Type="http://schemas.openxmlformats.org/officeDocument/2006/relationships/image" Target="../media/image9.jpeg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6" Type="http://schemas.openxmlformats.org/officeDocument/2006/relationships/image" Target="../media/image8.jpeg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2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31.xml"/><Relationship Id="rId7" Type="http://schemas.openxmlformats.org/officeDocument/2006/relationships/image" Target="../media/image9.jpeg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image" Target="../media/image8.jpeg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3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35.xml"/><Relationship Id="rId7" Type="http://schemas.openxmlformats.org/officeDocument/2006/relationships/image" Target="../media/image11.jpeg"/><Relationship Id="rId2" Type="http://schemas.openxmlformats.org/officeDocument/2006/relationships/tags" Target="../tags/tag34.xml"/><Relationship Id="rId1" Type="http://schemas.openxmlformats.org/officeDocument/2006/relationships/tags" Target="../tags/tag33.xml"/><Relationship Id="rId6" Type="http://schemas.openxmlformats.org/officeDocument/2006/relationships/image" Target="../media/image10.jpeg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3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39.xml"/><Relationship Id="rId7" Type="http://schemas.openxmlformats.org/officeDocument/2006/relationships/image" Target="../media/image11.jpeg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6" Type="http://schemas.openxmlformats.org/officeDocument/2006/relationships/image" Target="../media/image10.jpeg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4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43.xml"/><Relationship Id="rId7" Type="http://schemas.openxmlformats.org/officeDocument/2006/relationships/image" Target="../media/image13.png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6" Type="http://schemas.openxmlformats.org/officeDocument/2006/relationships/image" Target="../media/image12.png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4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tags" Target="../tags/tag47.xml"/><Relationship Id="rId7" Type="http://schemas.openxmlformats.org/officeDocument/2006/relationships/image" Target="../media/image13.png"/><Relationship Id="rId2" Type="http://schemas.openxmlformats.org/officeDocument/2006/relationships/tags" Target="../tags/tag46.xml"/><Relationship Id="rId1" Type="http://schemas.openxmlformats.org/officeDocument/2006/relationships/tags" Target="../tags/tag45.xml"/><Relationship Id="rId6" Type="http://schemas.openxmlformats.org/officeDocument/2006/relationships/image" Target="../media/image12.png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4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tags" Target="../tags/tag51.xml"/><Relationship Id="rId7" Type="http://schemas.openxmlformats.org/officeDocument/2006/relationships/image" Target="../media/image15.png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image" Target="../media/image14.png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5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tags" Target="../tags/tag55.xml"/><Relationship Id="rId7" Type="http://schemas.openxmlformats.org/officeDocument/2006/relationships/image" Target="../media/image15.png"/><Relationship Id="rId2" Type="http://schemas.openxmlformats.org/officeDocument/2006/relationships/tags" Target="../tags/tag54.xml"/><Relationship Id="rId1" Type="http://schemas.openxmlformats.org/officeDocument/2006/relationships/tags" Target="../tags/tag53.xml"/><Relationship Id="rId6" Type="http://schemas.openxmlformats.org/officeDocument/2006/relationships/image" Target="../media/image14.png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5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tags" Target="../tags/tag59.xml"/><Relationship Id="rId7" Type="http://schemas.openxmlformats.org/officeDocument/2006/relationships/image" Target="../media/image17.jpeg"/><Relationship Id="rId2" Type="http://schemas.openxmlformats.org/officeDocument/2006/relationships/tags" Target="../tags/tag58.xml"/><Relationship Id="rId1" Type="http://schemas.openxmlformats.org/officeDocument/2006/relationships/tags" Target="../tags/tag57.xml"/><Relationship Id="rId6" Type="http://schemas.openxmlformats.org/officeDocument/2006/relationships/image" Target="../media/image16.jpeg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6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tags" Target="../tags/tag63.xml"/><Relationship Id="rId7" Type="http://schemas.openxmlformats.org/officeDocument/2006/relationships/image" Target="../media/image17.jpeg"/><Relationship Id="rId2" Type="http://schemas.openxmlformats.org/officeDocument/2006/relationships/tags" Target="../tags/tag62.xml"/><Relationship Id="rId1" Type="http://schemas.openxmlformats.org/officeDocument/2006/relationships/tags" Target="../tags/tag61.xml"/><Relationship Id="rId6" Type="http://schemas.openxmlformats.org/officeDocument/2006/relationships/image" Target="../media/image16.jpeg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6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tags" Target="../tags/tag67.xml"/><Relationship Id="rId7" Type="http://schemas.openxmlformats.org/officeDocument/2006/relationships/image" Target="../media/image19.png"/><Relationship Id="rId2" Type="http://schemas.openxmlformats.org/officeDocument/2006/relationships/tags" Target="../tags/tag66.xml"/><Relationship Id="rId1" Type="http://schemas.openxmlformats.org/officeDocument/2006/relationships/tags" Target="../tags/tag65.xml"/><Relationship Id="rId6" Type="http://schemas.openxmlformats.org/officeDocument/2006/relationships/image" Target="../media/image18.jpeg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6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tags" Target="../tags/tag71.xml"/><Relationship Id="rId7" Type="http://schemas.openxmlformats.org/officeDocument/2006/relationships/image" Target="../media/image19.png"/><Relationship Id="rId2" Type="http://schemas.openxmlformats.org/officeDocument/2006/relationships/tags" Target="../tags/tag70.xml"/><Relationship Id="rId1" Type="http://schemas.openxmlformats.org/officeDocument/2006/relationships/tags" Target="../tags/tag69.xml"/><Relationship Id="rId6" Type="http://schemas.openxmlformats.org/officeDocument/2006/relationships/image" Target="../media/image18.jpeg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7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20221208 iRepertoire Technologies (dragged).pdf" descr="20221208 iRepertoire Technologies (dragged)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0800" y="0"/>
            <a:ext cx="24384000" cy="13716000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3" name="Table"/>
          <p:cNvGraphicFramePr/>
          <p:nvPr>
            <p:extLst>
              <p:ext uri="{D42A27DB-BD31-4B8C-83A1-F6EECF244321}">
                <p14:modId xmlns:p14="http://schemas.microsoft.com/office/powerpoint/2010/main" val="3652028490"/>
              </p:ext>
            </p:extLst>
          </p:nvPr>
        </p:nvGraphicFramePr>
        <p:xfrm>
          <a:off x="709295" y="6047105"/>
          <a:ext cx="22381842" cy="6233160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1365437">
                  <a:extLst>
                    <a:ext uri="{9D8B030D-6E8A-4147-A177-3AD203B41FA5}">
                      <a16:colId xmlns:a16="http://schemas.microsoft.com/office/drawing/2014/main" val="2643128414"/>
                    </a:ext>
                  </a:extLst>
                </a:gridCol>
                <a:gridCol w="13654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13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436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54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484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654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6484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6543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algn="ctr"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lang="en-US" altLang="zh-CN" sz="2400" dirty="0"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index</a:t>
                      </a:r>
                      <a:endParaRPr sz="2400" dirty="0"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ctr"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lang="en-US" sz="2400" dirty="0"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</a:t>
                      </a:r>
                      <a:r>
                        <a:rPr lang="en-US" altLang="zh-CN" sz="2400" dirty="0"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hain</a:t>
                      </a:r>
                      <a:endParaRPr sz="2400" dirty="0"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ctr"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sz="2400" dirty="0"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CDR3(pep)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ctr"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sz="2400" dirty="0" err="1"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joinedSeq</a:t>
                      </a:r>
                      <a:endParaRPr sz="2400" dirty="0"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ctr"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sz="2400" b="1"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V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ctr" defTabSz="457200">
                        <a:defRPr b="0"/>
                      </a:pPr>
                      <a:r>
                        <a:rPr sz="2400" dirty="0"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D</a:t>
                      </a:r>
                    </a:p>
                  </a:txBody>
                  <a:tcPr marL="63500" marR="63500" marT="0" marB="0" anchor="ctr" horzOverflow="overflow"/>
                </a:tc>
                <a:tc>
                  <a:txBody>
                    <a:bodyPr/>
                    <a:lstStyle/>
                    <a:p>
                      <a:pPr algn="ctr" defTabSz="457200">
                        <a:defRPr b="0"/>
                      </a:pPr>
                      <a:r>
                        <a:rPr sz="2400" dirty="0"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J</a:t>
                      </a:r>
                    </a:p>
                  </a:txBody>
                  <a:tcPr marL="63500" marR="63500" marT="0" marB="0" anchor="ctr" horzOverflow="overflow"/>
                </a:tc>
                <a:tc>
                  <a:txBody>
                    <a:bodyPr/>
                    <a:lstStyle/>
                    <a:p>
                      <a:pPr algn="ctr" defTabSz="457200">
                        <a:defRPr b="0"/>
                      </a:pPr>
                      <a:r>
                        <a:rPr sz="2400" dirty="0"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</a:t>
                      </a:r>
                    </a:p>
                  </a:txBody>
                  <a:tcPr marL="63500" marR="63500" marT="0" marB="0" anchor="ctr" horzOverflow="overflow"/>
                </a:tc>
                <a:tc>
                  <a:txBody>
                    <a:bodyPr/>
                    <a:lstStyle/>
                    <a:p>
                      <a:pPr algn="ctr" defTabSz="457200">
                        <a:defRPr b="0"/>
                      </a:pPr>
                      <a:r>
                        <a:rPr sz="2400" dirty="0"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copy</a:t>
                      </a:r>
                    </a:p>
                  </a:txBody>
                  <a:tcPr marL="63500" marR="63500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02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1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1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Alpha</a:t>
                      </a:r>
                      <a:endParaRPr kumimoji="0" lang="en-US" altLang="zh-CN" sz="21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solidFill>
                      <a:srgbClr val="C329A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100" b="1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CALRNAGAKLTF</a:t>
                      </a:r>
                    </a:p>
                  </a:txBody>
                  <a:tcPr marL="9525" marR="9525" marT="9525" marB="0" anchor="ctr">
                    <a:lnR w="381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TACCCGCGGCAGGGGCTGCAGCTGCTCCTCAAGTACTATTCAGGAGACCCAGTGGTTCAAGGAGTGAACAGCTTCGAGGCTGAGTTCAGCAAGAGTAACTCTTCCTTCCACCTGCAGAAAGCCTCTGTGCACTGGAGCGACTCGGCTGTGTACTTCTGTGCTCTGAGGAATGCAGGTGCCAAGCTCACATTCGGAGGGGGAACAAGGTTAACGGTCAGACCCGACATCCAGAACCCAGAACCTGCTGTGTAC</a:t>
                      </a:r>
                    </a:p>
                  </a:txBody>
                  <a:tcPr marL="9525" marR="9525" marT="9525" marB="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2100" b="1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TRAV9N-4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zh-CN" altLang="en-US" sz="2100" b="1" i="0" u="none" strike="noStrike" cap="none" spc="0" baseline="0" dirty="0"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21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TRAJ39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21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21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18062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55261531"/>
                  </a:ext>
                </a:extLst>
              </a:tr>
              <a:tr h="6502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1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1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Alpha</a:t>
                      </a:r>
                    </a:p>
                  </a:txBody>
                  <a:tcPr marL="50800" marR="50800" marT="50800" marB="50800" anchor="ctr" horzOverflow="overflow">
                    <a:solidFill>
                      <a:srgbClr val="C329A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100" b="1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CAASVRQ_NTGKLIF</a:t>
                      </a:r>
                    </a:p>
                  </a:txBody>
                  <a:tcPr marL="9525" marR="9525" marT="9525" marB="0" anchor="ctr">
                    <a:lnR w="381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TCCCTGGGGAAGGCCCTGCTCTCCTGATAGCCATACGTTCAGTGTCCGATAAAAAGGAAGATGGACGATTCACAATCTTCTTCAATAAAAGGGAGAAAAAGCTCTCCTTGCACATCACAGACTCTCAGCCTGGAGACTCAGCCACTTACTTCTGTGCAGCAAGTGTTCGACAGGCAATACCGGAAAACTCATCTTTGGACTGGGGACAACTTTACAAGTGCAACCAGACATCCAGAACCCAGAACCTGCTGTGTAC</a:t>
                      </a:r>
                      <a:endParaRPr lang="en-US" sz="1200" b="0" i="0" u="none" strike="noStrike" cap="none" spc="0" baseline="0" dirty="0"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381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21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TRAV14-3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zh-CN" altLang="en-US" sz="2100" b="1" i="0" u="none" strike="noStrike" cap="none" spc="0" baseline="0" dirty="0"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21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TRAJ37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21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21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7274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1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1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Alpha</a:t>
                      </a:r>
                      <a:endParaRPr kumimoji="0" lang="en-US" altLang="zh-CN" sz="21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solidFill>
                      <a:srgbClr val="C329A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1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CAASVRQ_NTGKLIF</a:t>
                      </a:r>
                    </a:p>
                  </a:txBody>
                  <a:tcPr marL="9525" marR="9525" marT="9525" marB="0" anchor="ctr">
                    <a:lnR w="381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CCCTGGGGAAGGTCCCGCTCTCCTGATAGCCATACGTTCAGTGTCCGATAAAAAGGAAGATGGACGATTCACAATCTTCTTCAATAAAAGGGAGAAAAAGCTCTCCTTGCACATCACAGACTCTCAGCCTGGAGACTCAGCCACTTACTTCTGTGCAGCAAGTGTTCGACAGGCAATACCGGAAAACTCATCTTTGGACTGGGGACAACTTTACAAGTGCAACCAGACATCCAGAACCCAGAACCTGCTGTGTAC</a:t>
                      </a:r>
                      <a:endParaRPr lang="en-US" sz="1200" b="0" i="0" u="none" strike="noStrike" cap="none" spc="0" baseline="0" dirty="0"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381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21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TRAV14-3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zh-CN" altLang="en-US" sz="2100" b="1" i="0" u="none" strike="noStrike" cap="none" spc="0" baseline="0"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21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TRAJ37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21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21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1513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1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1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Alpha</a:t>
                      </a:r>
                      <a:endParaRPr kumimoji="0" lang="en-US" altLang="zh-CN" sz="21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solidFill>
                      <a:srgbClr val="C329A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100" b="1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CAASVRQ_NTGKLIF</a:t>
                      </a:r>
                    </a:p>
                  </a:txBody>
                  <a:tcPr marL="9525" marR="9525" marT="9525" marB="0" anchor="ctr">
                    <a:lnR w="381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TCCCTGGGGAAGGTCCCGCTCTCCTGATAGCCATACGTTCAGTGTCCGATAAAAAGGAAGATGGACGATTCACAATCTTCTTCAATAAAAGGGAGAAAAAGCTCTCCTTGCACATCACAGACTCTCAGCCTGGAGACTCAGCCACTTACTTCTGTGCAGCAAGTGTTCGACAGGCAATACCGGAAAACTCATCTTTGGACTGGGGACAACTTTACAAGTGCAACCAGACATCCAGAACCCAGAACCTGCTGTGTAC</a:t>
                      </a:r>
                      <a:endParaRPr lang="en-US" sz="1200" b="0" i="0" u="none" strike="noStrike" cap="none" spc="0" baseline="0" dirty="0"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381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21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TRAV14-3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zh-CN" altLang="en-US" sz="2100" b="1" i="0" u="none" strike="noStrike" cap="none" spc="0" baseline="0" dirty="0"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21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TRAJ37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21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21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1193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1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1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Alpha</a:t>
                      </a:r>
                      <a:endParaRPr kumimoji="0" lang="en-US" altLang="zh-CN" sz="21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solidFill>
                      <a:srgbClr val="C329A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1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CALRNAGAKLTF</a:t>
                      </a:r>
                    </a:p>
                  </a:txBody>
                  <a:tcPr marL="9525" marR="9525" marT="9525" marB="0" anchor="ctr">
                    <a:lnR w="381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TACCCGCGGCAGGGGCTGCAGCTGCTCCTCAAGTACTATTCAGGAGACCCAGTGGTTCAAGGAGTGAACAGCTTCGAGGCTGAGTTCAGCAAGAGTAACTCTTCCTTCCACCTGCAGAAAGCCTCTGTGCACTGGAGCGACTCGGCTGTGTACTTCTGTGCTCTGAGGAATGCAGGTGCCAAGCTCACATTCGGAGGGGGAACAAGGTTAACGGTCAGACCCGACATCCAGAACCCAGAACCTGCTGTGTACTAC</a:t>
                      </a:r>
                      <a:endParaRPr lang="en-US" sz="1200" b="0" i="0" u="none" strike="noStrike" cap="none" spc="0" baseline="0" dirty="0"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381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21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TRAV9N-4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zh-CN" altLang="en-US" sz="2100" b="1" i="0" u="none" strike="noStrike" cap="none" spc="0" baseline="0"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2100" b="1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TRAJ39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21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21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1039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1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1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Alpha</a:t>
                      </a:r>
                      <a:endParaRPr kumimoji="0" lang="en-US" altLang="zh-CN" sz="21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solidFill>
                      <a:srgbClr val="C329A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100" b="1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CALRNAGAKLTF</a:t>
                      </a:r>
                    </a:p>
                  </a:txBody>
                  <a:tcPr marL="9525" marR="9525" marT="9525" marB="0" anchor="ctr">
                    <a:lnR w="381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TACCCGCGGCAGGGGCTGCAGCTGCTCCTCAAGTACTATTCAGGAGACCCAGTGGTTCAAGGAGTGAACAGCTTCGAGGCTGAGTTCAGCAAGAGTAACTCTTCCTTCCACCTGCAGAAAGCCTCTGTGCACTGGAGCGACTCGGCTGTGTACTTCTGTGCTCTGAGGAATGCAGGTGCCAAGCTCACATTCGGAGGGGGAACAAGGTTAACGGTCAGACCCGACATCCAGAACCCAGAACCTGCTGTGTACGTGTAC</a:t>
                      </a:r>
                    </a:p>
                  </a:txBody>
                  <a:tcPr marL="9525" marR="9525" marT="9525" marB="0" anchor="ctr">
                    <a:lnL w="381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21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TRAV9N-4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zh-CN" altLang="en-US" sz="2100" b="1" i="0" u="none" strike="noStrike" cap="none" spc="0" baseline="0"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21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TRAJ39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21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21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890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1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1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Alpha</a:t>
                      </a:r>
                      <a:endParaRPr kumimoji="0" lang="en-US" altLang="zh-CN" sz="21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solidFill>
                      <a:srgbClr val="C329A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100" b="1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CAASVRQ_NTGKLIF</a:t>
                      </a:r>
                    </a:p>
                  </a:txBody>
                  <a:tcPr marL="9525" marR="9525" marT="9525" marB="0" anchor="ctr">
                    <a:lnR w="381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TCCCTGGGGAAGGCCCTGCTCTCCTGATAGCCATACGTTCAGTGTCCGATAAAAAGGAAGATGGACGATTCACAATCTTCTTCAATAAAAGGGAGAAAAAGCTCTCCTTGCACATCACAGACTCTCAGCCTGGAGACTCAGCCACTTACTTCTGTGCAGCAAGTGTTCGACAGGCAATACCGGAAAACTCATCTTTGGACTGGGGACAACTTTACAAGTGCAACCAGACATCCAGAACCCAGAACCTGCTGTGTACC</a:t>
                      </a:r>
                      <a:endParaRPr lang="en-US" sz="1200" b="0" i="0" u="none" strike="noStrike" cap="none" spc="0" baseline="0" dirty="0"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381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21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TRAV14-3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zh-CN" altLang="en-US" sz="2100" b="1" i="0" u="none" strike="noStrike" cap="none" spc="0" baseline="0"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2100" b="1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TRAJ37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2100" b="1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21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463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1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1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Alpha</a:t>
                      </a:r>
                    </a:p>
                  </a:txBody>
                  <a:tcPr marL="50800" marR="50800" marT="50800" marB="50800" anchor="ctr" horzOverflow="overflow">
                    <a:solidFill>
                      <a:srgbClr val="C329A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100" b="1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CAASVRQ_NTGKLIF</a:t>
                      </a:r>
                    </a:p>
                  </a:txBody>
                  <a:tcPr marL="9525" marR="9525" marT="9525" marB="0" anchor="ctr">
                    <a:lnR w="381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TCCCTGGGGAAGGTCCTGCTCTCCTGATAGCCATACGTTCAGTGTCCGATAAAAAGGAAGATGGACGATTCACAATCTTCTTCAATAAAAGGGAGAAAAAGCTCTCCTTGCACATCACAGACTCTCAGCCTGGAGACTCAGCCACTTACTTCTGTGCAGCAAGTGTTCGACAGGCAATACCGGAAAACTCATCTTTGGACTGGGGACAACTTTACAAGTGCAACCAGACATCCAGAACCCAGAACCTGCTGTGTAC</a:t>
                      </a:r>
                      <a:endParaRPr lang="en-US" sz="1200" b="0" i="0" u="none" strike="noStrike" cap="none" spc="0" baseline="0" dirty="0"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381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21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TRAV14-3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zh-CN" altLang="en-US" sz="2100" b="1" i="0" u="none" strike="noStrike" cap="none" spc="0" baseline="0"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21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TRAJ37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2100" b="1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21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382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1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9</a:t>
                      </a: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1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Alpha</a:t>
                      </a:r>
                    </a:p>
                  </a:txBody>
                  <a:tcPr marL="50800" marR="50800" marT="50800" marB="50800" anchor="ctr" horzOverflow="overflow">
                    <a:solidFill>
                      <a:srgbClr val="C329A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100" b="1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CALRNAGAKLTF</a:t>
                      </a:r>
                    </a:p>
                  </a:txBody>
                  <a:tcPr marL="9525" marR="9525" marT="9525" marB="0" anchor="ctr">
                    <a:lnR w="381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TACCCGCGGCAGGGGCTGCAGCTGCTCCTCAAGTACTATTCAGGAGACCCAGTGGTTCAAGGAGTGAACAGCTTCGAGGCTGAGTTCAGCAAGAGTAACTCTTCCTTCCACCTGCAGAAAGCCTCTGTGCACTGGAGCGACTCGGCTGTGTACTTCTGTGCTCTGAGGAATGCAGGTGCCAAGCTCACATTCGGAGGGGGAACAAGGTTAACGGTCAGACCCGACATCCAGAACCCAGAACCTGCTGTGTACGCTGTGTAC</a:t>
                      </a:r>
                      <a:endParaRPr lang="en-US" sz="1200" b="0" i="0" u="none" strike="noStrike" cap="none" spc="0" baseline="0" dirty="0"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381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21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TRAV9N-4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zh-CN" altLang="en-US" sz="2100" b="1" i="0" u="none" strike="noStrike" cap="none" spc="0" baseline="0"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21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TRAJ39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2100" b="1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2100" b="1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352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1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10</a:t>
                      </a: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1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Alpha</a:t>
                      </a:r>
                    </a:p>
                  </a:txBody>
                  <a:tcPr marL="50800" marR="50800" marT="50800" marB="50800" anchor="ctr" horzOverflow="overflow">
                    <a:solidFill>
                      <a:srgbClr val="C329A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100" b="1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CAASVRQ_NTGKLLF</a:t>
                      </a:r>
                    </a:p>
                  </a:txBody>
                  <a:tcPr marL="9525" marR="9525" marT="9525" marB="0" anchor="ctr">
                    <a:lnR w="381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TCCCTGGGGAAGGCCCTGCTCTCCTGATAGCCATACGTTCAGTGTCCGATAAAAAGGAAGATGGACGATTCACAATCTTCTTCAATAAAAGGGAGAAAAAGCTCTCCTTGCACATCACAGACTCTCAGCCTGGAGACTCAGCCACTTACTTCTGTGCAGCAAGTGTTCGACAGGCAATACCGGAAAACTCCTCTTTGGACTGGGGACAACTTTACAAGTGCAACCAGACATCCAGAACCCAGAACCTGCTGTGTAC</a:t>
                      </a:r>
                    </a:p>
                  </a:txBody>
                  <a:tcPr marL="9525" marR="9525" marT="9525" marB="0" anchor="ctr">
                    <a:lnL w="381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21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TRAV14-3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zh-CN" altLang="en-US" sz="2100" b="1" i="0" u="none" strike="noStrike" cap="none" spc="0" baseline="0"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21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TRAJ37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21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2100" b="1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307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pic>
        <p:nvPicPr>
          <p:cNvPr id="164" name="SL_03_NH_LLM_CD4T__TRA.png" descr="SL_03_NH_LLM_CD4T__TRA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609518" y="1640875"/>
            <a:ext cx="4139490" cy="413949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65" name="SL_03_NH_LLM_CD4T__TRB.png" descr="SL_03_NH_LLM_CD4T__TRB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6528652" y="1640875"/>
            <a:ext cx="4139490" cy="413949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66" name="SL_03_NH_LLM_CD4T__TRB"/>
          <p:cNvSpPr txBox="1"/>
          <p:nvPr>
            <p:custDataLst>
              <p:tags r:id="rId3"/>
            </p:custDataLst>
          </p:nvPr>
        </p:nvSpPr>
        <p:spPr>
          <a:xfrm>
            <a:off x="6439953" y="611399"/>
            <a:ext cx="4316887" cy="471924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r>
              <a:rPr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SL_03_NH_LLM_CD4T__TRB</a:t>
            </a:r>
          </a:p>
        </p:txBody>
      </p:sp>
      <p:sp>
        <p:nvSpPr>
          <p:cNvPr id="167" name="SL_03_NH_LLM_CD4T__TRA"/>
          <p:cNvSpPr txBox="1"/>
          <p:nvPr>
            <p:custDataLst>
              <p:tags r:id="rId4"/>
            </p:custDataLst>
          </p:nvPr>
        </p:nvSpPr>
        <p:spPr>
          <a:xfrm>
            <a:off x="1520820" y="611399"/>
            <a:ext cx="4316887" cy="471924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r>
              <a:rPr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SL_03_NH_LLM_CD4T__TRA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B56325-7877-8161-0AD1-CCE925FA2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3" name="Table">
            <a:extLst>
              <a:ext uri="{FF2B5EF4-FFF2-40B4-BE49-F238E27FC236}">
                <a16:creationId xmlns:a16="http://schemas.microsoft.com/office/drawing/2014/main" id="{DD5795C0-7319-500F-CA7E-04C3398BA9D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61531118"/>
              </p:ext>
            </p:extLst>
          </p:nvPr>
        </p:nvGraphicFramePr>
        <p:xfrm>
          <a:off x="709295" y="6047105"/>
          <a:ext cx="22381841" cy="5591810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1365437">
                  <a:extLst>
                    <a:ext uri="{9D8B030D-6E8A-4147-A177-3AD203B41FA5}">
                      <a16:colId xmlns:a16="http://schemas.microsoft.com/office/drawing/2014/main" val="4237338057"/>
                    </a:ext>
                  </a:extLst>
                </a:gridCol>
                <a:gridCol w="13654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13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436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54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484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654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6484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6543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ct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 b="0"/>
                      </a:pPr>
                      <a:r>
                        <a:rPr lang="en-US" altLang="zh-CN" sz="24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index</a:t>
                      </a:r>
                      <a:endParaRPr sz="2400" b="0" i="0" u="none" strike="noStrike" cap="none" spc="0" baseline="0" dirty="0"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 b="0"/>
                      </a:pPr>
                      <a:r>
                        <a:rPr lang="en-US" sz="24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</a:t>
                      </a:r>
                      <a:r>
                        <a:rPr lang="en-US" altLang="zh-CN" sz="24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hain</a:t>
                      </a:r>
                      <a:endParaRPr sz="2400" b="0" i="0" u="none" strike="noStrike" cap="none" spc="0" baseline="0" dirty="0"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marL="0" marR="0" indent="0" algn="ct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 b="0"/>
                      </a:pPr>
                      <a:r>
                        <a:rPr sz="24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CDR3(pep)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marL="0" marR="0" indent="0" algn="ct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 b="0"/>
                      </a:pPr>
                      <a:r>
                        <a:rPr sz="2400" b="0" i="0" u="none" strike="noStrike" cap="none" spc="0" baseline="0" dirty="0" err="1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joinedSeq</a:t>
                      </a:r>
                      <a:endParaRPr sz="2400" b="0" i="0" u="none" strike="noStrike" cap="none" spc="0" baseline="0" dirty="0"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marL="0" marR="0" indent="0" algn="ct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 b="0"/>
                      </a:pPr>
                      <a:r>
                        <a:rPr sz="24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V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marL="0" marR="0" indent="0" algn="ct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 b="0"/>
                      </a:pPr>
                      <a:r>
                        <a:rPr sz="2400" b="0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D</a:t>
                      </a:r>
                    </a:p>
                  </a:txBody>
                  <a:tcPr marL="63500" marR="63500" marT="0" marB="0" anchor="ctr" horzOverflow="overflow"/>
                </a:tc>
                <a:tc>
                  <a:txBody>
                    <a:bodyPr/>
                    <a:lstStyle/>
                    <a:p>
                      <a:pPr marL="0" marR="0" indent="0" algn="ct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 b="0"/>
                      </a:pPr>
                      <a:r>
                        <a:rPr sz="24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J</a:t>
                      </a:r>
                    </a:p>
                  </a:txBody>
                  <a:tcPr marL="63500" marR="63500" marT="0" marB="0" anchor="ctr" horzOverflow="overflow"/>
                </a:tc>
                <a:tc>
                  <a:txBody>
                    <a:bodyPr/>
                    <a:lstStyle/>
                    <a:p>
                      <a:pPr marL="0" marR="0" indent="0" algn="ct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 b="0"/>
                      </a:pPr>
                      <a:r>
                        <a:rPr sz="2400" b="0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</a:t>
                      </a:r>
                    </a:p>
                  </a:txBody>
                  <a:tcPr marL="63500" marR="63500" marT="0" marB="0" anchor="ctr" horzOverflow="overflow"/>
                </a:tc>
                <a:tc>
                  <a:txBody>
                    <a:bodyPr/>
                    <a:lstStyle/>
                    <a:p>
                      <a:pPr marL="0" marR="0" indent="0" algn="ct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 b="0"/>
                      </a:pPr>
                      <a:r>
                        <a:rPr sz="24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copy</a:t>
                      </a:r>
                    </a:p>
                  </a:txBody>
                  <a:tcPr marL="63500" marR="63500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82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Beta</a:t>
                      </a:r>
                    </a:p>
                  </a:txBody>
                  <a:tcPr marL="50800" marR="50800" marT="50800" marB="50800" anchor="ctr" horzOverflow="overflow">
                    <a:solidFill>
                      <a:srgbClr val="48CA5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CASGDHWGGSYEQYF</a:t>
                      </a:r>
                    </a:p>
                  </a:txBody>
                  <a:tcPr marL="9525" marR="9525" marT="9525" marB="0" anchor="ctr">
                    <a:lnR w="381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ACTGGTATCGGCAGGACACGGGGCATGGGCTGAGGCTGATCCATTATTCATATGGTGCTGGCAGCACTGAGAAAGGAGATATCCCTGATGGATACAAGGCCTCCAGACCAAGCCAAGAGAACTTCTCCCTCATTCTGGAGTTGGCTACCCCCTCTCAGACATCAGTGTACTTCTGTGCCAGCGGTGATCACTGGGGGGGCTCCTATGAACAGTACTTCGGTCCCGGCACCAGGCTCACGGTTTTAGAGGATCTGAGAAATGTGACTCCACCCAAGGT</a:t>
                      </a:r>
                    </a:p>
                  </a:txBody>
                  <a:tcPr marL="9525" marR="9525" marT="9525" marB="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TRBV13-2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TRBD2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TRBJ2-7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TRBC2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2000" b="1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12391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55261531"/>
                  </a:ext>
                </a:extLst>
              </a:tr>
              <a:tr h="18782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0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Beta</a:t>
                      </a:r>
                      <a:endParaRPr kumimoji="0" lang="en-US" altLang="zh-CN" sz="20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solidFill>
                      <a:srgbClr val="48CA5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CASGDHWGGSYEQYF</a:t>
                      </a:r>
                    </a:p>
                  </a:txBody>
                  <a:tcPr marL="9525" marR="9525" marT="9525" marB="0" anchor="ctr">
                    <a:lnR w="381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ACTGGTATCGGCAGGACACGGGGCATGGGCTGAGGCTGATCCATTATTCATATGGTGCTGGCAGCACTGAGAAAGGAGATATCCCTGATGGATACAAGGCCTCCAGACCAAGCCAAGAGAACTTCTCCCTCATTCTGGAGTTGGCTACCCCCTCTCAGACATCAGTGTACTTCTGTGCCAGCGGTGATCACTGGGGGGGCTCCTATGAACAGTACTTCGGTCCCGGCACCAGGCTCACGGTTTTAGAGGATCTGAGAAATGTGACTCCACCCAAGGTT</a:t>
                      </a:r>
                    </a:p>
                  </a:txBody>
                  <a:tcPr marL="9525" marR="9525" marT="9525" marB="0" anchor="ctr">
                    <a:lnL w="381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TRBV13-2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TRBD2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TRBJ2-7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TRBC2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20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516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782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0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Beta</a:t>
                      </a:r>
                      <a:endParaRPr kumimoji="0" lang="en-US" altLang="zh-CN" sz="20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solidFill>
                      <a:srgbClr val="48CA5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CASGDHWGGSYEQYF</a:t>
                      </a:r>
                    </a:p>
                  </a:txBody>
                  <a:tcPr marL="9525" marR="9525" marT="9525" marB="0" anchor="ctr">
                    <a:lnR w="381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AACTGGTATCGGCAGGACACGGGGCATGGGCTGAGGCTGATCCATTATTCATATGGTGCTGGCAGCACTGAGAAAGGAGATATCCCTGATGGATACAAGGCCTCCAGACCAAGCCAAGAGAACTTCTCCCTCATTCTGGAGTTGGCTACCCCCTCTCAGACATCAGTGTACTTCTGTGCCAGCGGTGATCACTGGGGGGGCTCCTATGAACAGTACTTCGGTCCCGGCACCAGGCTCACGGTTTTAGAGGATCTGAGAAATGTGACTCCACCCAAGGTTGT</a:t>
                      </a:r>
                    </a:p>
                  </a:txBody>
                  <a:tcPr marL="9525" marR="9525" marT="9525" marB="0" anchor="ctr">
                    <a:lnL w="381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TRBV13-2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TRBD2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TRBJ2-7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TRBC2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20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222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782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0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Beta</a:t>
                      </a:r>
                      <a:endParaRPr kumimoji="0" lang="en-US" altLang="zh-CN" sz="20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solidFill>
                      <a:srgbClr val="48CA5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CASGDHWGGSYEQYF</a:t>
                      </a:r>
                    </a:p>
                  </a:txBody>
                  <a:tcPr marL="9525" marR="9525" marT="9525" marB="0" anchor="ctr">
                    <a:lnR w="381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AACTGGTATCGGCAGGACACGGGGCATGGGCTGAGGCTGATCCATTATTCATATGGTGCTGGCAGCACTGAGAAAGGAGATATCCCTGATGGATACAAGGCCTCCAGACCAAGCCAAGAGAACTTCTCCCTCATTCTGGAGTTGGCTACCCCCTCTCAGACATCAGTGTACTTCTGTGCCAGCGGTGATCACTGGGGGGGCTCCTATGAACAGTACTTCGGTCCCGGCACCAGGCTCACGGTTTTAGAGGATCTGAGAAATGTGACTCCACCCAAGGTT</a:t>
                      </a:r>
                    </a:p>
                  </a:txBody>
                  <a:tcPr marL="9525" marR="9525" marT="9525" marB="0" anchor="ctr">
                    <a:lnL w="381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TRBV13-2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TRBD2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TRBJ2-7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TRBC2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20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219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782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0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Beta</a:t>
                      </a:r>
                      <a:endParaRPr kumimoji="0" lang="en-US" altLang="zh-CN" sz="20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solidFill>
                      <a:srgbClr val="48CA5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CASGDHWGGSYEQYF</a:t>
                      </a:r>
                    </a:p>
                  </a:txBody>
                  <a:tcPr marL="9525" marR="9525" marT="9525" marB="0" anchor="ctr">
                    <a:lnR w="381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ACTGGTATCGGCAGGACACGGGGCATGGGCTGAGGCTGATCCATTATTCATATGGTGCTGGCAGCACTGAGAAAGGAGATATCCCTGATGGATACAAGGCCTCCAGACCAAGCCAAGAGAACTTCTCCCTCATTCTGGAGTTGGCTACCCCCTCTCAGACATCAGTGTACTTCTGTGCCAGCGGTGATCACTGGGGGGGCTCCTATGAACAGTACTTCGGTCCCGGCACCAGGCTCACGGTTTTAGAGGATCTGAGAAATGTGACTCCACCCAAGGTGGT</a:t>
                      </a:r>
                    </a:p>
                  </a:txBody>
                  <a:tcPr marL="9525" marR="9525" marT="9525" marB="0" anchor="ctr">
                    <a:lnL w="381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TRBV13-2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TRBD2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TRBJ2-7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TRBC2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20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208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782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0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Beta</a:t>
                      </a:r>
                      <a:endParaRPr kumimoji="0" lang="en-US" altLang="zh-CN" sz="20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solidFill>
                      <a:srgbClr val="48CA5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CASGDHWGGSYEQYF</a:t>
                      </a:r>
                    </a:p>
                  </a:txBody>
                  <a:tcPr marL="9525" marR="9525" marT="9525" marB="0" anchor="ctr">
                    <a:lnR w="381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AACTGGTATCGGCAGGACACGGGGCATGGGCTGAGGCTGATCCATTATTCATATGGTGCTGGCAGCACTGAGAAAGGAGATATCCCTGATGGATACAAGGCCTCCAGACCAAGCCAAGAGAACTTCTCCCTCATTCTGGAGTTGGCTACCCCCTCTCAGACATCAGTGTACTTCTGTGCCAGCGGTGATCACTGGGGGGGCTCCTATGAACAGTACTTCGGTCCCGGCACCAGGCTCACGGTTTTAGAGGATCTGAGAAATGTGACTCCACCCAAGGTTGTT</a:t>
                      </a:r>
                    </a:p>
                  </a:txBody>
                  <a:tcPr marL="9525" marR="9525" marT="9525" marB="0" anchor="ctr">
                    <a:lnL w="381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TRBV13-2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TRBD2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TRBJ2-7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TRBC2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20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117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782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0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Beta</a:t>
                      </a:r>
                      <a:endParaRPr kumimoji="0" lang="en-US" altLang="zh-CN" sz="20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solidFill>
                      <a:srgbClr val="48CA5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CASGDHWGGSYEQYF</a:t>
                      </a:r>
                    </a:p>
                  </a:txBody>
                  <a:tcPr marL="9525" marR="9525" marT="9525" marB="0" anchor="ctr">
                    <a:lnR w="381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AACTGGTATCGGCAGGACACGGGGCATGGGCTGAGGCTGATCCATTATTCATATGGTGCTGGCAGCACTGAGAAAGGAGATATCCCTGATGGATACAAGGCCTCCAGACCAAGCCAAGAGAACTTCTCCCTCATTCTGGAGTTGGCTACCCCCTCTCAGACATCAGTGTACTTCTGTGCCAGCGGTGATCACTGGGGGGGCTCCTATGAACAGTACTTCGGTCCCGGCACCAGGCTCACGGTTTTAGAGGATCTGAGAAATGTGACTCCACCCAAGGT</a:t>
                      </a:r>
                    </a:p>
                  </a:txBody>
                  <a:tcPr marL="9525" marR="9525" marT="9525" marB="0" anchor="ctr">
                    <a:lnL w="381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TRBV13-2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TRBD2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TRBJ2-7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TRBC2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2000" b="1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104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782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0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Beta</a:t>
                      </a:r>
                      <a:endParaRPr kumimoji="0" lang="en-US" altLang="zh-CN" sz="20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solidFill>
                      <a:srgbClr val="48CA5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CASSFTGTPSQNTLYF</a:t>
                      </a:r>
                    </a:p>
                  </a:txBody>
                  <a:tcPr marL="9525" marR="9525" marT="9525" marB="0" anchor="ctr">
                    <a:lnR w="381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ACTGGTATCGGCAGGACACTGGGCATGGGCTGAGGCTGATCCATTACTCATATGGTGCTGGCAACCTTCAAATAGGAGATGTCCCTGATGGGTACAAGGCCACCAGAACAACGCAAGAAGACTTCTTCCTCCTGCTGGAATTGGCTTCTCCCTCTCAGACATCTTTGTACTTCTGTGCCAGCAGCTTTACCGGGACCCCTAGTCAAAACACCTTGTACTTTGGTGCGGGCACCCGACTATCGGTGCTAGAGGATCTGAGAAATGTGACTCCACCCAAGGT</a:t>
                      </a:r>
                    </a:p>
                  </a:txBody>
                  <a:tcPr marL="9525" marR="9525" marT="9525" marB="0" anchor="ctr">
                    <a:lnL w="381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TRBV13-1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TRBD1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TRBJ2-4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TRBC2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20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89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414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9</a:t>
                      </a: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0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Beta</a:t>
                      </a:r>
                      <a:endParaRPr kumimoji="0" lang="en-US" altLang="zh-CN" sz="20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solidFill>
                      <a:srgbClr val="48CA5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CASSLRGNQDTQYF</a:t>
                      </a:r>
                    </a:p>
                  </a:txBody>
                  <a:tcPr marL="9525" marR="9525" marT="9525" marB="0" anchor="ctr">
                    <a:lnR w="381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ATCAACAGACTCAGGGGCAGGAACTAAAGTTCTTCATTCAGCATTATGATAAAATGGAGAGAGATAAAGGAAACCTGCCCAGCAGATTCTCAGTCCAACAGTTTGATGACTATCACTCTGAGATGAACATGAGTGCCTTGGAGCTAGAGGACTCTGCCGTGTACTTCTGTGCCAGCTCTCTCCGGGGAAACCAAGACACCCAGTACTTTGGGCCAGGCACTCGGCTCCTCGTGTTAGAGGATCTGAGAAATGTGACTCCACCCAAGGT</a:t>
                      </a:r>
                    </a:p>
                  </a:txBody>
                  <a:tcPr marL="9525" marR="9525" marT="9525" marB="0" anchor="ctr">
                    <a:lnL w="381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TRBV12-2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2000" b="1" i="0" u="none" strike="noStrike" cap="none" spc="0" baseline="0"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TRBJ2-5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TRBC2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2000" b="1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84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414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10</a:t>
                      </a: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Beta</a:t>
                      </a:r>
                    </a:p>
                  </a:txBody>
                  <a:tcPr marL="50800" marR="50800" marT="50800" marB="50800" anchor="ctr" horzOverflow="overflow">
                    <a:solidFill>
                      <a:srgbClr val="48CA5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CAWSLGDSGNTLYF</a:t>
                      </a:r>
                    </a:p>
                  </a:txBody>
                  <a:tcPr marL="9525" marR="9525" marT="9525" marB="0" anchor="ctr">
                    <a:lnR w="381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ACTGGCAGGCCACAGGAGGCACCCTCCAGCAACTCTTCTACTCTATTACTGTTGGCCAGGTAGAGTCGGTGGTGCAACTGAACCTCTCAGCTTCCAGGCCGAAGGACGACCAATTCATCCTAAGCACGGAGAAGCTGCTTCTCAGCCACTCTGGCTTCTACCTCTGTGCCTGGAGTCTAGGGGATTCTGGAAATACGCTCTATTTTGGAGAAGGAAGCCGGCTCATTGTTGTAGAGGATCTGAGAAATGTGACTCCACCCAAGGT</a:t>
                      </a:r>
                    </a:p>
                  </a:txBody>
                  <a:tcPr marL="9525" marR="9525" marT="9525" marB="0" anchor="ctr">
                    <a:lnL w="381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TRBV31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TRBD1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TRBJ1-3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TRBC2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2000" b="1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75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pic>
        <p:nvPicPr>
          <p:cNvPr id="164" name="SL_03_NH_LLM_CD4T__TRA.png" descr="SL_03_NH_LLM_CD4T__TRA.png">
            <a:extLst>
              <a:ext uri="{FF2B5EF4-FFF2-40B4-BE49-F238E27FC236}">
                <a16:creationId xmlns:a16="http://schemas.microsoft.com/office/drawing/2014/main" id="{48D313FC-52E3-7F1B-0DAE-1E9F87835EE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609518" y="1640875"/>
            <a:ext cx="4139490" cy="413949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65" name="SL_03_NH_LLM_CD4T__TRB.png" descr="SL_03_NH_LLM_CD4T__TRB.png">
            <a:extLst>
              <a:ext uri="{FF2B5EF4-FFF2-40B4-BE49-F238E27FC236}">
                <a16:creationId xmlns:a16="http://schemas.microsoft.com/office/drawing/2014/main" id="{E3845627-34A1-4F3A-B013-F1B255F04357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6528652" y="1640875"/>
            <a:ext cx="4139490" cy="413949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66" name="SL_03_NH_LLM_CD4T__TRB">
            <a:extLst>
              <a:ext uri="{FF2B5EF4-FFF2-40B4-BE49-F238E27FC236}">
                <a16:creationId xmlns:a16="http://schemas.microsoft.com/office/drawing/2014/main" id="{71C3E146-8A5C-1FB9-65A9-A91EC6DD382B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6439953" y="611399"/>
            <a:ext cx="4316887" cy="471924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r>
              <a:rPr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SL_03_NH_LLM_CD4T__TRB</a:t>
            </a:r>
          </a:p>
        </p:txBody>
      </p:sp>
      <p:sp>
        <p:nvSpPr>
          <p:cNvPr id="167" name="SL_03_NH_LLM_CD4T__TRA">
            <a:extLst>
              <a:ext uri="{FF2B5EF4-FFF2-40B4-BE49-F238E27FC236}">
                <a16:creationId xmlns:a16="http://schemas.microsoft.com/office/drawing/2014/main" id="{282E12E6-72CC-80C8-274C-63E1C11CBA62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520820" y="611399"/>
            <a:ext cx="4316887" cy="471924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r>
              <a:rPr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SL_03_NH_LLM_CD4T__TRA</a:t>
            </a:r>
          </a:p>
        </p:txBody>
      </p:sp>
    </p:spTree>
    <p:extLst>
      <p:ext uri="{BB962C8B-B14F-4D97-AF65-F5344CB8AC3E}">
        <p14:creationId xmlns:p14="http://schemas.microsoft.com/office/powerpoint/2010/main" val="2090308418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65A980-3F21-02BB-B5EC-2ADC4E238E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3" name="Table">
            <a:extLst>
              <a:ext uri="{FF2B5EF4-FFF2-40B4-BE49-F238E27FC236}">
                <a16:creationId xmlns:a16="http://schemas.microsoft.com/office/drawing/2014/main" id="{2BD2CE43-60AB-74A2-2B48-385754EE437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76616692"/>
              </p:ext>
            </p:extLst>
          </p:nvPr>
        </p:nvGraphicFramePr>
        <p:xfrm>
          <a:off x="709295" y="6047105"/>
          <a:ext cx="22381842" cy="6324600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1365437">
                  <a:extLst>
                    <a:ext uri="{9D8B030D-6E8A-4147-A177-3AD203B41FA5}">
                      <a16:colId xmlns:a16="http://schemas.microsoft.com/office/drawing/2014/main" val="1923871964"/>
                    </a:ext>
                  </a:extLst>
                </a:gridCol>
                <a:gridCol w="13654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13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436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54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484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654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6484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6543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marL="0" marR="0" indent="0" algn="ct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 b="0"/>
                      </a:pPr>
                      <a:r>
                        <a:rPr lang="en-US" altLang="zh-CN" sz="24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index</a:t>
                      </a:r>
                      <a:endParaRPr sz="2400" b="0" i="0" u="none" strike="noStrike" cap="none" spc="0" baseline="0" dirty="0"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 b="0"/>
                      </a:pPr>
                      <a:r>
                        <a:rPr lang="en-US" altLang="zh-CN" sz="24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Chain</a:t>
                      </a:r>
                      <a:endParaRPr sz="2400" b="0" i="0" u="none" strike="noStrike" cap="none" spc="0" baseline="0" dirty="0"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marL="0" marR="0" indent="0" algn="ct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 b="0"/>
                      </a:pPr>
                      <a:r>
                        <a:rPr sz="2400" b="0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CDR3(pep)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marL="0" marR="0" indent="0" algn="ct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 b="0"/>
                      </a:pPr>
                      <a:r>
                        <a:rPr sz="2400" b="0" i="0" u="none" strike="noStrike" cap="none" spc="0" baseline="0" dirty="0" err="1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joinedSeq</a:t>
                      </a:r>
                      <a:endParaRPr sz="2400" b="0" i="0" u="none" strike="noStrike" cap="none" spc="0" baseline="0" dirty="0"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marL="0" marR="0" indent="0" algn="ct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 b="0"/>
                      </a:pPr>
                      <a:r>
                        <a:rPr sz="2400" b="0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V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marL="0" marR="0" indent="0" algn="ct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 b="0"/>
                      </a:pPr>
                      <a:r>
                        <a:rPr sz="2400" b="0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D</a:t>
                      </a:r>
                    </a:p>
                  </a:txBody>
                  <a:tcPr marL="63500" marR="63500" marT="0" marB="0" anchor="ctr" horzOverflow="overflow"/>
                </a:tc>
                <a:tc>
                  <a:txBody>
                    <a:bodyPr/>
                    <a:lstStyle/>
                    <a:p>
                      <a:pPr marL="0" marR="0" indent="0" algn="ct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 b="0"/>
                      </a:pPr>
                      <a:r>
                        <a:rPr sz="24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J</a:t>
                      </a:r>
                    </a:p>
                  </a:txBody>
                  <a:tcPr marL="63500" marR="63500" marT="0" marB="0" anchor="ctr" horzOverflow="overflow"/>
                </a:tc>
                <a:tc>
                  <a:txBody>
                    <a:bodyPr/>
                    <a:lstStyle/>
                    <a:p>
                      <a:pPr marL="0" marR="0" indent="0" algn="ct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 b="0"/>
                      </a:pPr>
                      <a:r>
                        <a:rPr sz="2400" b="0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</a:t>
                      </a:r>
                    </a:p>
                  </a:txBody>
                  <a:tcPr marL="63500" marR="63500" marT="0" marB="0" anchor="ctr" horzOverflow="overflow"/>
                </a:tc>
                <a:tc>
                  <a:txBody>
                    <a:bodyPr/>
                    <a:lstStyle/>
                    <a:p>
                      <a:pPr marL="0" marR="0" indent="0" algn="ct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 b="0"/>
                      </a:pPr>
                      <a:r>
                        <a:rPr sz="24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copy</a:t>
                      </a:r>
                    </a:p>
                  </a:txBody>
                  <a:tcPr marL="63500" marR="63500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02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1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1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Alpha</a:t>
                      </a:r>
                      <a:endParaRPr kumimoji="0" lang="en-US" altLang="zh-CN" sz="21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solidFill>
                      <a:srgbClr val="C329A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100" b="1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CATGSNYNVLYF</a:t>
                      </a:r>
                    </a:p>
                  </a:txBody>
                  <a:tcPr marL="9525" marR="9525" marT="9525" marB="0" anchor="ctr">
                    <a:lnR w="381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ACTGGTACAGGCAAGACTCAGGCAGAGGCCCTGCCCTGATAATCTTAATACGTTCAAATGAGCGAGAGAAGCGCAGTGGAAGACTAAGAGCCACCCTTGACACCTCCAGCCAAAGTAGCTCTCTGTCCATCACTGCTGCTCAGTGTGAAGACACTGCTGTGTACTTCTGTGCTACAGGGTCTAATTACAACGTGCTTTACTTCGGATCTGGCACCAAACTCACTGTAGAGCCAAACATCCAGAACCCAGAACCTGCTGTGTAC</a:t>
                      </a:r>
                    </a:p>
                  </a:txBody>
                  <a:tcPr marL="9525" marR="9525" marT="9525" marB="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100" b="1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TRAV8D-2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2100" b="1" i="0" u="none" strike="noStrike" cap="none" spc="0" baseline="0" dirty="0"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1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TRAJ21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1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21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699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55261531"/>
                  </a:ext>
                </a:extLst>
              </a:tr>
              <a:tr h="6502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1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1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Alpha</a:t>
                      </a:r>
                      <a:endParaRPr kumimoji="0" lang="en-US" altLang="zh-CN" sz="21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solidFill>
                      <a:srgbClr val="C329A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100" b="1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CVVGDRGSALGRLHF</a:t>
                      </a:r>
                    </a:p>
                  </a:txBody>
                  <a:tcPr marL="9525" marR="9525" marT="9525" marB="0" anchor="ctr">
                    <a:lnR w="381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CACAGGCAAAGGTCTTGTGTCCCTGACAGTCCTGGTTGACCAAAAAGACAAAACGTCAAATGGGAGATACTCAGCAACTCTGGATAAAGATGCTAAGCACAGCACGCTGCACATCACAGCCACCCTGCTGGATGACACTGCCACCTACATCTGTGTGGTGGGCGATAGAGGTTCAGCCTTAGGGAGGCTGCATTTTGGAGCTGGGACTCAGCTGATTGTCATACCTGACATCCAGAACCCAGAACCTGCTGTGTAC</a:t>
                      </a:r>
                    </a:p>
                  </a:txBody>
                  <a:tcPr marL="9525" marR="9525" marT="9525" marB="0" anchor="ctr">
                    <a:lnL w="381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1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TRAV11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2100" b="1" i="0" u="none" strike="noStrike" cap="none" spc="0" baseline="0"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100" b="1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TRAJ18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1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21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315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1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1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Alpha</a:t>
                      </a:r>
                      <a:endParaRPr kumimoji="0" lang="en-US" altLang="zh-CN" sz="21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solidFill>
                      <a:srgbClr val="C329A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1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CACNNYAQGLTF</a:t>
                      </a:r>
                    </a:p>
                  </a:txBody>
                  <a:tcPr marL="9525" marR="9525" marT="9525" marB="0" anchor="ctr">
                    <a:lnR w="381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ACTGGTACAGGCAAGACTCAGGCAGAGGCCCTGCCCTGATAATCTTAATACGTTCAAATGAGCGAGAGAAGCGCAGTGGAAGACTAAGAGCCACCCTTGACACCTCCAGCCAAAGTAGCTCTCTGTCCATCACTGCTGCTCAGTGTGAAGACACTGCTGTGTACTTCTGTGCTTGTAATAACTATGCCCAGGGATTAACCTTCGGTCTTGGCACCAGAGTATCTGTGTTTCCCTACATCCAGAACCCAGAACCTGCTGTGTAC</a:t>
                      </a:r>
                    </a:p>
                  </a:txBody>
                  <a:tcPr marL="9525" marR="9525" marT="9525" marB="0" anchor="ctr">
                    <a:lnL w="381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1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TRAV8D-2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2100" b="1" i="0" u="none" strike="noStrike" cap="none" spc="0" baseline="0"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1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TRAJ26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1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21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247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1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1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Alpha</a:t>
                      </a:r>
                      <a:endParaRPr kumimoji="0" lang="en-US" altLang="zh-CN" sz="21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solidFill>
                      <a:srgbClr val="C329A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1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CATDRSNMGYKLTF</a:t>
                      </a:r>
                    </a:p>
                  </a:txBody>
                  <a:tcPr marL="9525" marR="9525" marT="9525" marB="0" anchor="ctr">
                    <a:lnR w="381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ACTGGTACAGGCAAGACTCAGGCAGAGGCCCTGCCCTGATAATCTTAATACGTTCAAATGAGCGAGAGAAGCGCAGTGGAAGACTAAGAGCCACCCTTGACACCTCCAGCCAAAGTAGCTCTCTGTCCATCACTGCTGCTCAGTGTGAAGACACTGCTGTGTACTTCTGTGCTACAGATCGGAGCAACATGGGCTACAAACTTACCTTCGGGACAGGAACAAGCTTGTTGGTTGATCCAAACATCCAGAACCCAGAACCTGCTGTGTAC</a:t>
                      </a:r>
                    </a:p>
                  </a:txBody>
                  <a:tcPr marL="9525" marR="9525" marT="9525" marB="0" anchor="ctr">
                    <a:lnL w="381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1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TRAV8D-2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2100" b="1" i="0" u="none" strike="noStrike" cap="none" spc="0" baseline="0"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1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TRAJ9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100" b="1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21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233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1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1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Alpha</a:t>
                      </a:r>
                      <a:endParaRPr kumimoji="0" lang="en-US" altLang="zh-CN" sz="21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solidFill>
                      <a:srgbClr val="C329A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1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CALRNAGAKLTF</a:t>
                      </a:r>
                    </a:p>
                  </a:txBody>
                  <a:tcPr marL="9525" marR="9525" marT="9525" marB="0" anchor="ctr">
                    <a:lnR w="381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TACCCGCGGCAGGGGCTGCAGCTGCTCCTCAAGTACTATTCAGGAGACCCAGTGGTTCAAGGAGTGAACAGCTTCGAGGCTGAGTTCAGCAAGAGTAACTCTTCCTTCCACCTGCAGAAAGCCTCTGTGCACTGGAGCGACTCGGCTGTGTACTTCTGTGCTCTGAGGAATGCAGGTGCCAAGCTCACATTCGGAGGGGGAACAAGGTTAACGGTCAGACCCGACATCCAGAACCCAGAACCTGCTGTGTAC</a:t>
                      </a:r>
                    </a:p>
                  </a:txBody>
                  <a:tcPr marL="9525" marR="9525" marT="9525" marB="0" anchor="ctr">
                    <a:lnL w="381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1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TRAV9N-4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2100" b="1" i="0" u="none" strike="noStrike" cap="none" spc="0" baseline="0"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1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TRAJ39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1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21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232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1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1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Alpha</a:t>
                      </a:r>
                      <a:endParaRPr kumimoji="0" lang="en-US" altLang="zh-CN" sz="21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solidFill>
                      <a:srgbClr val="C329A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100" b="1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CALSGSFNKLTF</a:t>
                      </a:r>
                    </a:p>
                  </a:txBody>
                  <a:tcPr marL="9525" marR="9525" marT="9525" marB="0" anchor="ctr">
                    <a:lnR w="381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ACTGGTACAGGCAAGACTCAGGCAGAGGCCCTGCCCTGATAATCTTAATACGTTCAAATGAGCGAGAGAAGCGCAGTGGAAGACTAAGAGCCACCCTTGACACCTCCAGCCAAAGTAGCTCTCTGTCCATCACTGCTGCTCAGTGTGAAGACACTGCTGTGTACTTCTGTGCGTTATCTGGTAGCTTCAATAAGTTGACCTTTGGAGCAGGGACCAGACTGGCTGTGTGCCCATACATCCAGAACCCAGAACCTGCTGTGTAC</a:t>
                      </a:r>
                    </a:p>
                  </a:txBody>
                  <a:tcPr marL="9525" marR="9525" marT="9525" marB="0" anchor="ctr">
                    <a:lnL w="381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1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TRAV8D-2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2100" b="1" i="0" u="none" strike="noStrike" cap="none" spc="0" baseline="0"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1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TRAJ4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100" b="1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21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213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1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1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Alpha</a:t>
                      </a:r>
                      <a:endParaRPr kumimoji="0" lang="en-US" altLang="zh-CN" sz="21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solidFill>
                      <a:srgbClr val="C329A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100" b="1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CALGEELSGSFNKLTF</a:t>
                      </a:r>
                    </a:p>
                  </a:txBody>
                  <a:tcPr marL="9525" marR="9525" marT="9525" marB="0" anchor="ctr">
                    <a:lnR w="381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TCCCGGAGAAGGGCCACAGTTCCTCTTTAGAGCCTCAAGGGACAAAGAGAAAGGAAGCAGCAGAGGTTTTGAAGCTACATATGATAAAGGGACCACCTCCTTCCACTTGCGGAAAGCCTCAGTGCAAGAGTCAGACTCGGCTGTGTACTACTGTGCTCTGGGTGAGGAGTTATCTGGTAGCTTCAATAAGTTGACCTTTGGAGCAGGGACCAGACTGGCTGTGTGCCCATACATCCAGAACCCAGAACCTGCTGTGTAC</a:t>
                      </a:r>
                    </a:p>
                  </a:txBody>
                  <a:tcPr marL="9525" marR="9525" marT="9525" marB="0" anchor="ctr">
                    <a:lnL w="381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1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TRAV6D-7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2100" b="1" i="0" u="none" strike="noStrike" cap="none" spc="0" baseline="0"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1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TRAJ4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100" b="1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21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198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1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1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Alpha</a:t>
                      </a:r>
                      <a:endParaRPr kumimoji="0" lang="en-US" altLang="zh-CN" sz="21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solidFill>
                      <a:srgbClr val="C329A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100" b="1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CAVSRYSNNRLTL</a:t>
                      </a:r>
                    </a:p>
                  </a:txBody>
                  <a:tcPr marL="9525" marR="9525" marT="9525" marB="0" anchor="ctr">
                    <a:lnR w="381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GGTACAGACAGCATTCTGGAGAAGGCCCCAAAGCACTGATGTCCATCTTCTCTGATGGTGACAAGAAAGAAGGCAGATTCACAGCTCACCTCAATAAGGCCAGCCTGCATGTTTCCCTGCACATCAGAGACTCCCAGCCCAGTGACTCCGCTCTCTACTTCTGTGCAGTTAGCCGTTACAGCAACAACAGACTTACTTTGGGGAAGGGAACCCAGGTGGTGGTGTTACCAAACATCCAGAACCCAGAACCTGCTGTGTAC</a:t>
                      </a:r>
                    </a:p>
                  </a:txBody>
                  <a:tcPr marL="9525" marR="9525" marT="9525" marB="0" anchor="ctr">
                    <a:lnL w="381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1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TRAV7N-4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2100" b="1" i="0" u="none" strike="noStrike" cap="none" spc="0" baseline="0"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1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TRAJ7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100" b="1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21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196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1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9</a:t>
                      </a: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1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Alpha</a:t>
                      </a:r>
                      <a:endParaRPr kumimoji="0" lang="en-US" altLang="zh-CN" sz="21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solidFill>
                      <a:srgbClr val="C329A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100" b="1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CAASKWTNSAGNKLTF</a:t>
                      </a:r>
                    </a:p>
                  </a:txBody>
                  <a:tcPr marL="9525" marR="9525" marT="9525" marB="0" anchor="ctr">
                    <a:lnR w="381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TCCCTGGGGAAGGCCCTGCACTTCTGATATCCATACTTTCAGTGTCCGATAAAAAGGAAGATGGACGATTCACAACCTTCTTCAATAAAAGGGAGAAAAAGCTCTCCTTGCACATCATAGACTCTCAGCCTGGAGACTCAGCCACCTACTTCTGTGCAGCAAGTAAATGGACTAACAGTGCAGGGAACAAGCTAACTTTTGGAATCGGAACCAGGGTGCTGGTCAGGCCAGACATCCAGAACCCAGAACCTGCTGTGTAC</a:t>
                      </a:r>
                    </a:p>
                  </a:txBody>
                  <a:tcPr marL="9525" marR="9525" marT="9525" marB="0" anchor="ctr">
                    <a:lnL w="381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1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TRAV14-1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2100" b="1" i="0" u="none" strike="noStrike" cap="none" spc="0" baseline="0"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1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TRAJ17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100" b="1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2100" b="1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177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1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10</a:t>
                      </a: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1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Alpha</a:t>
                      </a:r>
                    </a:p>
                  </a:txBody>
                  <a:tcPr marL="50800" marR="50800" marT="50800" marB="50800" anchor="ctr" horzOverflow="overflow">
                    <a:solidFill>
                      <a:srgbClr val="C329A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100" b="1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CATDNVGDNSKLIW</a:t>
                      </a:r>
                    </a:p>
                  </a:txBody>
                  <a:tcPr marL="9525" marR="9525" marT="9525" marB="0" anchor="ctr">
                    <a:lnR w="381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ACTGGTACAGGCAAGACTCAGGCAGAGGCCCTGCCCTGATAATCTTAATACGTTCAAATGAGCGAGAGAAGCGCAGTGGAAGACTAAGAGCCACCCTTGACACCTCCAGCCAAAGTAGCTCTCTGTCCATCACTGCTGCTCAGTGTGAAGACACTGCTGTGTACTTCTGTGCTACAGATAATGTTGGTGACAACAGTAAGCTGATTTGGGGCTTGGGGACAAGTCTGGTAGTAAATCCAAACATCCAGAACCCAGAACCTGCTGTGTAC</a:t>
                      </a:r>
                    </a:p>
                  </a:txBody>
                  <a:tcPr marL="9525" marR="9525" marT="9525" marB="0" anchor="ctr">
                    <a:lnL w="381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1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TRAV8D-2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2100" b="1" i="0" u="none" strike="noStrike" cap="none" spc="0" baseline="0"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1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TRAJ38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1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2100" b="1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177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pic>
        <p:nvPicPr>
          <p:cNvPr id="164" name="SL_03_NH_LLM_CD4T__TRA.png">
            <a:extLst>
              <a:ext uri="{FF2B5EF4-FFF2-40B4-BE49-F238E27FC236}">
                <a16:creationId xmlns:a16="http://schemas.microsoft.com/office/drawing/2014/main" id="{ED20E9C3-2EFF-AA9E-C7BA-C68682D9347C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09518" y="1640875"/>
            <a:ext cx="4139490" cy="413949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65" name="SL_03_NH_LLM_CD4T__TRB.png">
            <a:extLst>
              <a:ext uri="{FF2B5EF4-FFF2-40B4-BE49-F238E27FC236}">
                <a16:creationId xmlns:a16="http://schemas.microsoft.com/office/drawing/2014/main" id="{EBD7505F-9A79-81FF-A9F6-CEF60870833A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28652" y="1640875"/>
            <a:ext cx="4139490" cy="413949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66" name="SL_03_NH_LLM_CD4T__TRB">
            <a:extLst>
              <a:ext uri="{FF2B5EF4-FFF2-40B4-BE49-F238E27FC236}">
                <a16:creationId xmlns:a16="http://schemas.microsoft.com/office/drawing/2014/main" id="{24B3188D-3A2A-A82E-7DF1-89C46974E0F8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6439953" y="611399"/>
            <a:ext cx="4316887" cy="471924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r>
              <a:rPr lang="en-US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SL_03_NH_LLM_CD8T__TRB</a:t>
            </a:r>
            <a:endParaRPr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67" name="SL_03_NH_LLM_CD4T__TRA">
            <a:extLst>
              <a:ext uri="{FF2B5EF4-FFF2-40B4-BE49-F238E27FC236}">
                <a16:creationId xmlns:a16="http://schemas.microsoft.com/office/drawing/2014/main" id="{A984A5B6-B86C-0EDF-E96C-2A1823357E2F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520820" y="611399"/>
            <a:ext cx="4316887" cy="471924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r>
              <a:rPr lang="en-US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SL_03_NH_LLM_CD8T__TRA</a:t>
            </a:r>
            <a:endParaRPr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2919236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85D9E7-5D67-7F01-FFA4-58F4A63523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3" name="Table">
            <a:extLst>
              <a:ext uri="{FF2B5EF4-FFF2-40B4-BE49-F238E27FC236}">
                <a16:creationId xmlns:a16="http://schemas.microsoft.com/office/drawing/2014/main" id="{100699E0-F576-35F2-D9D1-E1BFE4F028C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32416654"/>
              </p:ext>
            </p:extLst>
          </p:nvPr>
        </p:nvGraphicFramePr>
        <p:xfrm>
          <a:off x="709295" y="6047105"/>
          <a:ext cx="22381842" cy="6689725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1365437">
                  <a:extLst>
                    <a:ext uri="{9D8B030D-6E8A-4147-A177-3AD203B41FA5}">
                      <a16:colId xmlns:a16="http://schemas.microsoft.com/office/drawing/2014/main" val="1372368780"/>
                    </a:ext>
                  </a:extLst>
                </a:gridCol>
                <a:gridCol w="13654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13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436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54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484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654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6484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6543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marL="0" marR="0" indent="0" algn="ct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 b="0"/>
                      </a:pPr>
                      <a:r>
                        <a:rPr lang="en-US" altLang="zh-CN" sz="24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index</a:t>
                      </a:r>
                      <a:endParaRPr sz="2400" b="0" i="0" u="none" strike="noStrike" cap="none" spc="0" baseline="0" dirty="0"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 b="0"/>
                      </a:pPr>
                      <a:r>
                        <a:rPr lang="en-US" altLang="zh-CN" sz="24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Chain</a:t>
                      </a:r>
                      <a:endParaRPr sz="2400" b="0" i="0" u="none" strike="noStrike" cap="none" spc="0" baseline="0" dirty="0"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marL="0" marR="0" indent="0" algn="ct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 b="0"/>
                      </a:pPr>
                      <a:r>
                        <a:rPr sz="2400" b="0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CDR3(pep)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marL="0" marR="0" indent="0" algn="ct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 b="0"/>
                      </a:pPr>
                      <a:r>
                        <a:rPr sz="2400" b="0" i="0" u="none" strike="noStrike" cap="none" spc="0" baseline="0" dirty="0" err="1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joinedSeq</a:t>
                      </a:r>
                      <a:endParaRPr sz="2400" b="0" i="0" u="none" strike="noStrike" cap="none" spc="0" baseline="0" dirty="0"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marL="0" marR="0" indent="0" algn="ct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 b="0"/>
                      </a:pPr>
                      <a:r>
                        <a:rPr sz="24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V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marL="0" marR="0" indent="0" algn="ct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 b="0"/>
                      </a:pPr>
                      <a:r>
                        <a:rPr sz="2400" b="0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D</a:t>
                      </a:r>
                    </a:p>
                  </a:txBody>
                  <a:tcPr marL="63500" marR="63500" marT="0" marB="0" anchor="ctr" horzOverflow="overflow"/>
                </a:tc>
                <a:tc>
                  <a:txBody>
                    <a:bodyPr/>
                    <a:lstStyle/>
                    <a:p>
                      <a:pPr marL="0" marR="0" indent="0" algn="ct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 b="0"/>
                      </a:pPr>
                      <a:r>
                        <a:rPr sz="24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J</a:t>
                      </a:r>
                    </a:p>
                  </a:txBody>
                  <a:tcPr marL="63500" marR="63500" marT="0" marB="0" anchor="ctr" horzOverflow="overflow"/>
                </a:tc>
                <a:tc>
                  <a:txBody>
                    <a:bodyPr/>
                    <a:lstStyle/>
                    <a:p>
                      <a:pPr marL="0" marR="0" indent="0" algn="ct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 b="0"/>
                      </a:pPr>
                      <a:r>
                        <a:rPr sz="24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</a:t>
                      </a:r>
                    </a:p>
                  </a:txBody>
                  <a:tcPr marL="63500" marR="63500" marT="0" marB="0" anchor="ctr" horzOverflow="overflow"/>
                </a:tc>
                <a:tc>
                  <a:txBody>
                    <a:bodyPr/>
                    <a:lstStyle/>
                    <a:p>
                      <a:pPr marL="0" marR="0" indent="0" algn="ct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 b="0"/>
                      </a:pPr>
                      <a:r>
                        <a:rPr sz="24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copy</a:t>
                      </a:r>
                    </a:p>
                  </a:txBody>
                  <a:tcPr marL="63500" marR="63500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02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1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rtl="0" latinLnBrk="0">
                        <a:buNone/>
                        <a:tabLst>
                          <a:tab pos="1663700" algn="l"/>
                        </a:tabLst>
                      </a:pPr>
                      <a:r>
                        <a:rPr lang="zh-CN" altLang="zh-CN" sz="2100" b="1" i="0" spc="0" baseline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Beta</a:t>
                      </a:r>
                      <a:endParaRPr lang="zh-CN" altLang="zh-CN"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solidFill>
                      <a:srgbClr val="48CA5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100" b="1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CASGDHWGGSYEQYF</a:t>
                      </a:r>
                    </a:p>
                  </a:txBody>
                  <a:tcPr marL="9525" marR="9525" marT="9525" marB="0" anchor="ctr">
                    <a:lnR w="381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ACTGGTATCGGCAGGACACGGGGCATGGGCTGAGGCTGATCCATTATTCATATGGTGCTGGCAGCACTGAGAAAGGAGATATCCCTGATGGATACAAGGCCTCCAGACCAAGCCAAGAGAACTTCTCCCTCATTCTGGAGTTGGCTACCCCCTCTCAGACATCAGTGTACTTCTGTGCCAGCGGTGATCACTGGGGGGGCTCCTATGAACAGTACTTCGGTCCCGGCACCAGGCTCACGGTTTTAGAGGATCTGAGAAATGTGACTCCACCCAAGGT</a:t>
                      </a:r>
                    </a:p>
                  </a:txBody>
                  <a:tcPr marL="9525" marR="9525" marT="9525" marB="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100" b="1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TRBV13-2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1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TRBD2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1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TRBJ2-7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1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TRBC2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21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377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55261531"/>
                  </a:ext>
                </a:extLst>
              </a:tr>
              <a:tr h="6502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1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rtl="0" latinLnBrk="0">
                        <a:buNone/>
                        <a:tabLst>
                          <a:tab pos="1663700" algn="l"/>
                        </a:tabLst>
                      </a:pPr>
                      <a:r>
                        <a:rPr lang="zh-CN" altLang="zh-CN" sz="2100" b="1" i="0" spc="0" baseline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Beta</a:t>
                      </a:r>
                      <a:endParaRPr lang="zh-CN" altLang="zh-CN"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solidFill>
                      <a:srgbClr val="48CA5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100" b="1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CASGDREGNSPLYF</a:t>
                      </a:r>
                    </a:p>
                  </a:txBody>
                  <a:tcPr marL="9525" marR="9525" marT="9525" marB="0" anchor="ctr">
                    <a:lnR w="381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ACTGGTATCGGCAGGACACGGGGCATGGGCTGAGGCTGATCCATTATTCATATGGTGCTGGCAGCACTGAGAAAGGAGATATCCCTGATGGATACAAGGCCTCCAGACCAAGCCAAGAGAACTTCTCCCTCATTCTGGAGTTGGCTACCCCCTCTCAGACATCAGTGTACTTCTGTGCCAGCGGCGACAGGGAGGGGAATTCGCCCCTCTACTTTGCGGCAGGCACCCGGCTCACTGTGACAGAGGATCTGAGAAATGTGACTCCACCCAAGGT</a:t>
                      </a:r>
                    </a:p>
                  </a:txBody>
                  <a:tcPr marL="9525" marR="9525" marT="9525" marB="0" anchor="ctr">
                    <a:lnL w="381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1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TRBV13-2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100" b="1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TRBD1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1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TRBJ1-6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1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TRBC2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21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283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1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rtl="0" latinLnBrk="0">
                        <a:buNone/>
                        <a:tabLst>
                          <a:tab pos="1663700" algn="l"/>
                        </a:tabLst>
                      </a:pPr>
                      <a:r>
                        <a:rPr lang="zh-CN" altLang="zh-CN" sz="2100" b="1" i="0" spc="0" baseline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Beta</a:t>
                      </a:r>
                      <a:endParaRPr lang="zh-CN" altLang="zh-CN"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solidFill>
                      <a:srgbClr val="48CA5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100" b="1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CASGDREGNSPLYF</a:t>
                      </a:r>
                    </a:p>
                  </a:txBody>
                  <a:tcPr marL="9525" marR="9525" marT="9525" marB="0" anchor="ctr">
                    <a:lnR w="381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ACTGGTATCGGCAGGACACGGGGCATGGGCTGAGGCTGATCCATTATTCATATGGTGCTGGCAGCACTGAGAAAGGAGATATCCCTGATGGATACAAGGCCTCCAGACCAAGCCAAGAGAACTTCTCCCTCATTCTGGAGTTGGCTACCCCCTCTCAGACATCAGTGTACTTCTGTGCCAGCGGCGACAGGGAGGGGAATTCGCCCCTCTACTTTGCGGCAGGCACCCGGCTCACTGTGACAGGATTGCGGCTTTCCTATGCAAGCCACCACAGCTCTCTTACATCTCAGTGTAGGAGTGAATGTGGAACATCAGAGGATCTGAGAAATGTGACTCCACCCAAGGT</a:t>
                      </a:r>
                    </a:p>
                  </a:txBody>
                  <a:tcPr marL="9525" marR="9525" marT="9525" marB="0" anchor="ctr">
                    <a:lnL w="381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1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TRBV13-2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1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TRBD1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100" b="1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TRBJ1-6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1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TRBC2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21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179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1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rtl="0" latinLnBrk="0">
                        <a:buNone/>
                        <a:tabLst>
                          <a:tab pos="1663700" algn="l"/>
                        </a:tabLst>
                      </a:pPr>
                      <a:r>
                        <a:rPr lang="zh-CN" altLang="zh-CN" sz="2100" b="1" i="0" spc="0" baseline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Beta</a:t>
                      </a:r>
                      <a:endParaRPr lang="zh-CN" altLang="zh-CN"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solidFill>
                      <a:srgbClr val="48CA5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1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CASSPDRGGTEVFF</a:t>
                      </a:r>
                    </a:p>
                  </a:txBody>
                  <a:tcPr marL="9525" marR="9525" marT="9525" marB="0" anchor="ctr">
                    <a:lnR w="381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ATCAGCAGCCCAGAGACCAGGGGCCCCAGCTTCTAGTTTACTTTCGGGATGAGGCTGTTATAGATAATTCACAGTTGCCCTCGGATCGATTTTCTGCTGTGAGGCCTAAAGGAACTAACTCCACTCTCAAGATCCAGTCTGCAAAGCAGGGCGACACAGCCACCTATCTCTGTGCCAGCAGTCCCGACAGGGGTGGCACAGAAGTCTTCTTTGGTAAAGGAACCAGACTCACAGTTGTAGAGGATCTGAGAAATGTGACTCCACCCAAGGT</a:t>
                      </a:r>
                    </a:p>
                  </a:txBody>
                  <a:tcPr marL="9525" marR="9525" marT="9525" marB="0" anchor="ctr">
                    <a:lnL w="381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1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TRBV14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1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TRBD1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1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TRBJ1-1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1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TRBC2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21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110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1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rtl="0" latinLnBrk="0">
                        <a:buNone/>
                        <a:tabLst>
                          <a:tab pos="1663700" algn="l"/>
                        </a:tabLst>
                      </a:pPr>
                      <a:r>
                        <a:rPr lang="zh-CN" altLang="zh-CN" sz="2100" b="1" i="0" spc="0" baseline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Beta</a:t>
                      </a:r>
                      <a:endParaRPr lang="zh-CN" altLang="zh-CN"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solidFill>
                      <a:srgbClr val="48CA5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1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CASGETGRSDYTF</a:t>
                      </a:r>
                    </a:p>
                  </a:txBody>
                  <a:tcPr marL="9525" marR="9525" marT="9525" marB="0" anchor="ctr">
                    <a:lnR w="381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ACTGGTATCGGCAGGACACGGGGCATGGGCTGAGGCTGATCCATTATTCATATGGTGCTGGCAGCACTGAGAAAGGAGATATCCCTGATGGATACAAGGCCTCCAGACCAAGCCAAGAGAACTTCTCCCTCATTCTGGAGTTGGCTACCCCCTCTCAGACATCAGTGTACTTCTGTGCCAGCGGTGAAACAGGGAGGTCCGACTACACCTTCGGCTCAGGGACCAGGCTTTTGGTAATAGAGGATCTGAGAAATGTGACTCCACCCAAGGT</a:t>
                      </a:r>
                    </a:p>
                  </a:txBody>
                  <a:tcPr marL="9525" marR="9525" marT="9525" marB="0" anchor="ctr">
                    <a:lnL w="381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1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TRBV13-2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1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TRBD1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1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TRBJ1-2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100" b="1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TRBC2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21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107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1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rtl="0" latinLnBrk="0">
                        <a:buNone/>
                        <a:tabLst>
                          <a:tab pos="1663700" algn="l"/>
                        </a:tabLst>
                      </a:pPr>
                      <a:r>
                        <a:rPr lang="zh-CN" altLang="zh-CN" sz="2100" b="1" i="0" spc="0" baseline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Beta</a:t>
                      </a:r>
                      <a:endParaRPr lang="zh-CN" altLang="zh-CN"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solidFill>
                      <a:srgbClr val="48CA5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1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CASSLGPANSDYTF</a:t>
                      </a:r>
                    </a:p>
                  </a:txBody>
                  <a:tcPr marL="9525" marR="9525" marT="9525" marB="0" anchor="ctr">
                    <a:lnR w="381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CAGCAGACTCTGGGGAAGGAATTAAAGTTCCTTATTCAGCATTATGAAAAGGTGGAGAGAGACAAAGGATTCCTACCCAGCAGATTCTCAGTCCAACAGTTTGATGACTATCACTCTGAAATGAACATGAGTGCCTTGGAACTGGAGGACTCTGCTATGTACTTCTGTGCCAGCTCCCTGGGACCTGCAAACTCCGACTACACCTTCGGCTCAGGGACCAGGCTTTTGGTAATAGAGGATCTGAGAAATGTGACTCCACCCAAGGT</a:t>
                      </a:r>
                    </a:p>
                  </a:txBody>
                  <a:tcPr marL="9525" marR="9525" marT="9525" marB="0" anchor="ctr">
                    <a:lnL w="381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1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TRBV12-1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1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TRBD1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1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TRBJ1-2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1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TRBC2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21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106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1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rtl="0" latinLnBrk="0">
                        <a:buNone/>
                        <a:tabLst>
                          <a:tab pos="1663700" algn="l"/>
                        </a:tabLst>
                      </a:pPr>
                      <a:r>
                        <a:rPr lang="zh-CN" altLang="zh-CN" sz="2100" b="1" i="0" spc="0" baseline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Beta</a:t>
                      </a:r>
                      <a:endParaRPr lang="zh-CN" altLang="zh-CN"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solidFill>
                      <a:srgbClr val="48CA5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100" b="1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CASGDKDSDYTF</a:t>
                      </a:r>
                    </a:p>
                  </a:txBody>
                  <a:tcPr marL="9525" marR="9525" marT="9525" marB="0" anchor="ctr">
                    <a:lnR w="381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ACTGGTATCGGCAGGACACGGGGCATGGGCTGAGGCTGATCCATTATTCATATGGTGCTGGCAGCACTGAGAAAGGAGATATCCCTGATGGATACAAGGCCTCCAGACCAAGCCAAGAGAACTTCTCCCTCATTCTGGAGTTGGCTACCCCCTCTCAGACATCAGTGTACTTCTGTGCCAGCGGTGATAAGGACTCCGACTACACCTTCGGCTCAGGGACCAGGCTTTTGGTAATAGAGGATCTGAGAAATGTGACTCCACCCAAGGT</a:t>
                      </a:r>
                    </a:p>
                  </a:txBody>
                  <a:tcPr marL="9525" marR="9525" marT="9525" marB="0" anchor="ctr">
                    <a:lnL w="381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1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TRBV13-2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2100" b="1" i="0" u="none" strike="noStrike" cap="none" spc="0" baseline="0"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1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TRBJ1-2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100" b="1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TRBC2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21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98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1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rtl="0" latinLnBrk="0">
                        <a:buNone/>
                        <a:tabLst>
                          <a:tab pos="1663700" algn="l"/>
                        </a:tabLst>
                      </a:pPr>
                      <a:r>
                        <a:rPr lang="zh-CN" altLang="zh-CN" sz="2100" b="1" i="0" spc="0" baseline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Beta</a:t>
                      </a:r>
                      <a:endParaRPr lang="zh-CN" altLang="zh-CN"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solidFill>
                      <a:srgbClr val="48CA5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1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CASNSYTEVFF</a:t>
                      </a:r>
                    </a:p>
                  </a:txBody>
                  <a:tcPr marL="9525" marR="9525" marT="9525" marB="0" anchor="ctr">
                    <a:lnR w="381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ACTGGTATCGGCAGGACACTGGGCATGGGCTGAGGCTGATCCATTACTCATATGGTGCTGGCAACCTTCAAATAGGAGATGTCCCTGATGGGTACAAGGCCACCAGAACAACGCAAGAAGACTTCTTCCTCCTGCTGGAATTGGCTTCTCCCTCTCAGACATCTTTGTACTTCTGTGCCAGCAATAGTTACACAGAAGTCTTCTTTGGTAAAGGAACCAGACTCACAGTTGTAGAGGATCTGAGAAATGTGACTCCACCCAAGGT</a:t>
                      </a:r>
                    </a:p>
                  </a:txBody>
                  <a:tcPr marL="9525" marR="9525" marT="9525" marB="0" anchor="ctr">
                    <a:lnL w="381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1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TRBV13-1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2100" b="1" i="0" u="none" strike="noStrike" cap="none" spc="0" baseline="0"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1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TRBJ1-1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100" b="1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TRBC2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21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96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1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9</a:t>
                      </a: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rtl="0" latinLnBrk="0">
                        <a:buNone/>
                        <a:tabLst>
                          <a:tab pos="1663700" algn="l"/>
                        </a:tabLst>
                      </a:pPr>
                      <a:r>
                        <a:rPr lang="zh-CN" altLang="zh-CN" sz="2100" b="1" i="0" spc="0" baseline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Beta</a:t>
                      </a:r>
                      <a:endParaRPr lang="zh-CN" altLang="zh-CN"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solidFill>
                      <a:srgbClr val="48CA5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100" b="1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CASSLVINTEVFF</a:t>
                      </a:r>
                    </a:p>
                  </a:txBody>
                  <a:tcPr marL="9525" marR="9525" marT="9525" marB="0" anchor="ctr">
                    <a:lnR w="381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CAGCAGACTCTGGGGAAGGAATTAAAGTTCCTTATTCAGCATTATGAAAAGGTGGAGAGAGACAAAGGATTCCTACCCAGCAGATTCTCAGTCCAACAGTTTGATGACTATCACTCTGAAATGAACATGAGTGCCTTGGAACTGGAGGACTCTGCTATGTACTTCTGTGCCAGCTCTCTCGTCATCAACACAGAAGTCTTCTTTGGTAAAGGAACCAGACTCACAGTTGTAGAGGATCTGAGAAATGTGACTCCACCCAAGGT</a:t>
                      </a:r>
                    </a:p>
                  </a:txBody>
                  <a:tcPr marL="9525" marR="9525" marT="9525" marB="0" anchor="ctr">
                    <a:lnL w="381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1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TRBV12-1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2100" b="1" i="0" u="none" strike="noStrike" cap="none" spc="0" baseline="0"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1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TRBJ1-1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100" b="1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TRBC2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2100" b="1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96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1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10</a:t>
                      </a: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rtl="0" latinLnBrk="0">
                        <a:buNone/>
                        <a:tabLst>
                          <a:tab pos="1663700" algn="l"/>
                        </a:tabLst>
                      </a:pPr>
                      <a:r>
                        <a:rPr lang="zh-CN" altLang="zh-CN" sz="2100" b="1" i="0" spc="0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Beta</a:t>
                      </a:r>
                      <a:endParaRPr lang="zh-CN" altLang="zh-CN" dirty="0"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solidFill>
                      <a:srgbClr val="48CA5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100" b="1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CASSPGLGDNYAEQFF</a:t>
                      </a:r>
                    </a:p>
                  </a:txBody>
                  <a:tcPr marL="9525" marR="9525" marT="9525" marB="0" anchor="ctr">
                    <a:lnR w="381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ATCAGCAGCCCAGAGACCAGGGGCCCCAGCTTCTAGTTTACTTTCGGGATGAGGCTGTTATAGATAATTCACAGTTGCCCTCGGATCGATTTTCTGCTGTGAGGCCTAAAGGAACTAACTCCACTCTCAAGATCCAGTCTGCAAAGCAGGGCGACACAGCCACCTATCTCTGTGCCAGCAGTCCCGGACTGGGGGATAACTATGCTGAGCAGTTCTTCGGACCAGGGACACGACTCACCGTCCTAGAGGATCTGAGAAATGTGACTCCACCCAAGGT</a:t>
                      </a:r>
                    </a:p>
                  </a:txBody>
                  <a:tcPr marL="9525" marR="9525" marT="9525" marB="0" anchor="ctr">
                    <a:lnL w="381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1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TRBV14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1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TRBD2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1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TRBJ2-1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1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TRBC2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2100" b="1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92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pic>
        <p:nvPicPr>
          <p:cNvPr id="164" name="SL_03_NH_LLM_CD4T__TRA.png">
            <a:extLst>
              <a:ext uri="{FF2B5EF4-FFF2-40B4-BE49-F238E27FC236}">
                <a16:creationId xmlns:a16="http://schemas.microsoft.com/office/drawing/2014/main" id="{51E65999-8D50-7180-0618-BAAF66739D1E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09518" y="1640875"/>
            <a:ext cx="4139490" cy="413949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65" name="SL_03_NH_LLM_CD4T__TRB.png">
            <a:extLst>
              <a:ext uri="{FF2B5EF4-FFF2-40B4-BE49-F238E27FC236}">
                <a16:creationId xmlns:a16="http://schemas.microsoft.com/office/drawing/2014/main" id="{1F478BAF-B55A-85EA-7AE6-009A143E03AB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28652" y="1640875"/>
            <a:ext cx="4139490" cy="413949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66" name="SL_03_NH_LLM_CD4T__TRB">
            <a:extLst>
              <a:ext uri="{FF2B5EF4-FFF2-40B4-BE49-F238E27FC236}">
                <a16:creationId xmlns:a16="http://schemas.microsoft.com/office/drawing/2014/main" id="{5AE7A03B-8D1D-9E0F-457D-0615A0B7194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6439953" y="611399"/>
            <a:ext cx="4316887" cy="471924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r>
              <a:rPr lang="en-US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SL_03_NH_LLM_CD8T__TRB</a:t>
            </a:r>
            <a:endParaRPr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67" name="SL_03_NH_LLM_CD4T__TRA">
            <a:extLst>
              <a:ext uri="{FF2B5EF4-FFF2-40B4-BE49-F238E27FC236}">
                <a16:creationId xmlns:a16="http://schemas.microsoft.com/office/drawing/2014/main" id="{7C9DB6AD-0A36-31FA-7E02-57ACBD67D066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520820" y="611399"/>
            <a:ext cx="4316887" cy="471924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r>
              <a:rPr lang="en-US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SL_03_NH_LLM_CD8T__TRA</a:t>
            </a:r>
            <a:endParaRPr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5171516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5335A4-921A-82C0-E9DA-745F75F3D9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3" name="Table">
            <a:extLst>
              <a:ext uri="{FF2B5EF4-FFF2-40B4-BE49-F238E27FC236}">
                <a16:creationId xmlns:a16="http://schemas.microsoft.com/office/drawing/2014/main" id="{8171979B-12B3-9714-88D6-A3B21F1B420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34180973"/>
              </p:ext>
            </p:extLst>
          </p:nvPr>
        </p:nvGraphicFramePr>
        <p:xfrm>
          <a:off x="709295" y="6047105"/>
          <a:ext cx="22381842" cy="6324600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1365437">
                  <a:extLst>
                    <a:ext uri="{9D8B030D-6E8A-4147-A177-3AD203B41FA5}">
                      <a16:colId xmlns:a16="http://schemas.microsoft.com/office/drawing/2014/main" val="2643128414"/>
                    </a:ext>
                  </a:extLst>
                </a:gridCol>
                <a:gridCol w="13654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13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436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54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484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654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6484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6543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marL="0" marR="0" indent="0" algn="ct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 b="0"/>
                      </a:pPr>
                      <a:r>
                        <a:rPr lang="en-US" altLang="zh-CN" sz="24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index</a:t>
                      </a:r>
                      <a:endParaRPr sz="2400" b="0" i="0" u="none" strike="noStrike" cap="none" spc="0" baseline="0" dirty="0"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marL="0" marR="0" indent="0" algn="ct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 b="0"/>
                      </a:pPr>
                      <a:r>
                        <a:rPr lang="en-US" altLang="zh-CN" sz="24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Chain</a:t>
                      </a:r>
                      <a:endParaRPr sz="2400" b="0" i="0" u="none" strike="noStrike" cap="none" spc="0" baseline="0" dirty="0"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marL="0" marR="0" indent="0" algn="ct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 b="0"/>
                      </a:pPr>
                      <a:r>
                        <a:rPr sz="24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CDR3(pep)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marL="0" marR="0" indent="0" algn="ct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 b="0"/>
                      </a:pPr>
                      <a:r>
                        <a:rPr sz="2400" b="0" i="0" u="none" strike="noStrike" cap="none" spc="0" baseline="0" dirty="0" err="1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joinedSeq</a:t>
                      </a:r>
                      <a:endParaRPr sz="2400" b="0" i="0" u="none" strike="noStrike" cap="none" spc="0" baseline="0" dirty="0"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marL="0" marR="0" indent="0" algn="ct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 b="0"/>
                      </a:pPr>
                      <a:r>
                        <a:rPr sz="24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V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marL="0" marR="0" indent="0" algn="ct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 b="0"/>
                      </a:pPr>
                      <a:r>
                        <a:rPr sz="24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D</a:t>
                      </a:r>
                    </a:p>
                  </a:txBody>
                  <a:tcPr marL="63500" marR="63500" marT="0" marB="0" anchor="ctr" horzOverflow="overflow"/>
                </a:tc>
                <a:tc>
                  <a:txBody>
                    <a:bodyPr/>
                    <a:lstStyle/>
                    <a:p>
                      <a:pPr marL="0" marR="0" indent="0" algn="ct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 b="0"/>
                      </a:pPr>
                      <a:r>
                        <a:rPr sz="24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J</a:t>
                      </a:r>
                    </a:p>
                  </a:txBody>
                  <a:tcPr marL="63500" marR="63500" marT="0" marB="0" anchor="ctr" horzOverflow="overflow"/>
                </a:tc>
                <a:tc>
                  <a:txBody>
                    <a:bodyPr/>
                    <a:lstStyle/>
                    <a:p>
                      <a:pPr marL="0" marR="0" indent="0" algn="ct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 b="0"/>
                      </a:pPr>
                      <a:r>
                        <a:rPr sz="24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</a:t>
                      </a:r>
                    </a:p>
                  </a:txBody>
                  <a:tcPr marL="63500" marR="63500" marT="0" marB="0" anchor="ctr" horzOverflow="overflow"/>
                </a:tc>
                <a:tc>
                  <a:txBody>
                    <a:bodyPr/>
                    <a:lstStyle/>
                    <a:p>
                      <a:pPr marL="0" marR="0" indent="0" algn="ct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 b="0"/>
                      </a:pPr>
                      <a:r>
                        <a:rPr sz="24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copy</a:t>
                      </a:r>
                    </a:p>
                  </a:txBody>
                  <a:tcPr marL="63500" marR="63500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02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1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1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Alpha</a:t>
                      </a:r>
                      <a:endParaRPr kumimoji="0" lang="en-US" altLang="zh-CN" sz="21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solidFill>
                      <a:srgbClr val="C329A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2100" b="1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CVVGDRGSALGRLHF</a:t>
                      </a:r>
                    </a:p>
                  </a:txBody>
                  <a:tcPr marL="9525" marR="9525" marT="9525" marB="0" anchor="ctr">
                    <a:lnR w="381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CACAGGCAAAGGTCTTGTGTCCCTGACAGTCCTGGTTCATGAAAATGACAAAACGTCAAATGGGAGATACTCAGCAACTCTGGATAAAGATGCTAAGCACAGCACGCTGCACATCACAGCCACCCTGCTGGATGACACTGCCACCTACATCTGTGTGGTGGGCGATAGAGGTTCAGCCTTAGGGAGGCTGCATTTTGGAGCTGGGACTCAGCTGATTGTCATACCTGACATCCAGAACCCAGAACCTGCTGTGTAC</a:t>
                      </a:r>
                    </a:p>
                  </a:txBody>
                  <a:tcPr marL="9525" marR="9525" marT="9525" marB="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2100" b="1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TRAV11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zh-CN" altLang="en-US" sz="2100" b="1" i="0" u="none" strike="noStrike" cap="none" spc="0" baseline="0"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21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TRAJ18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21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21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515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55261531"/>
                  </a:ext>
                </a:extLst>
              </a:tr>
              <a:tr h="6502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1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1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Alpha</a:t>
                      </a:r>
                    </a:p>
                  </a:txBody>
                  <a:tcPr marL="50800" marR="50800" marT="50800" marB="50800" anchor="ctr" horzOverflow="overflow">
                    <a:solidFill>
                      <a:srgbClr val="C329A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21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CVVGDRGSALGRLHF</a:t>
                      </a:r>
                    </a:p>
                  </a:txBody>
                  <a:tcPr marL="9525" marR="9525" marT="9525" marB="0" anchor="ctr">
                    <a:lnR w="381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CACAGGCAAAGGTCTTGTGTCCCTGACAGTCCTGGTTCATGAAAATGACAAAACGTCAAATGGGAGATACTCAGCAACTCTGGATAAAGATGCTAAGCACAGCACGCTGCACATCACAGCCACCCTGCTGGATGACACTGCCACCTACATCTGTGTGGTGGGGGATAGAGGTTCAGCCTTAGGGAGGCTGCATTTTGGAGCTGGGACTCAGCTGATTGTCATACCTGACATCCAGAACCCAGAACCTGCTGTGTAC</a:t>
                      </a:r>
                    </a:p>
                  </a:txBody>
                  <a:tcPr marL="9525" marR="9525" marT="9525" marB="0" anchor="ctr">
                    <a:lnL w="381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21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TRAV11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zh-CN" altLang="en-US" sz="2100" b="1" i="0" u="none" strike="noStrike" cap="none" spc="0" baseline="0" dirty="0"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21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TRAJ18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21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21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265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1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1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Alpha</a:t>
                      </a:r>
                      <a:endParaRPr kumimoji="0" lang="en-US" altLang="zh-CN" sz="21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solidFill>
                      <a:srgbClr val="C329A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2100" b="1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CVVGDRGSALGRLHF</a:t>
                      </a:r>
                    </a:p>
                  </a:txBody>
                  <a:tcPr marL="9525" marR="9525" marT="9525" marB="0" anchor="ctr">
                    <a:lnR w="381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CACAGGCAAAGGTCTTGTGTCCCTGACAGTCCTGGTTCATGAAAATGACAAAACGTCAAATGGGAGATACTCAGCAACTCTGGATAAAGATGCTAAGCACAGCACGCTGCACATCACAGCCACCCTGCTGGATGACACTGCCACCTACATCTGTGTGGTGGGAGATAGAGGTTCAGCCTTAGGGAGGCTGCATTTTGGAGCTGGGACTCAGCTGATTGTCATACCTGACATCCAGAACCCAGAACCTGCTGTGTAC</a:t>
                      </a:r>
                    </a:p>
                  </a:txBody>
                  <a:tcPr marL="9525" marR="9525" marT="9525" marB="0" anchor="ctr">
                    <a:lnL w="381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21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TRAV11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zh-CN" altLang="en-US" sz="2100" b="1" i="0" u="none" strike="noStrike" cap="none" spc="0" baseline="0"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2100" b="1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TRAJ18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21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21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193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1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1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Alpha</a:t>
                      </a:r>
                      <a:endParaRPr kumimoji="0" lang="en-US" altLang="zh-CN" sz="21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solidFill>
                      <a:srgbClr val="C329A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21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CVVGDRGSALGRLHF</a:t>
                      </a:r>
                    </a:p>
                  </a:txBody>
                  <a:tcPr marL="9525" marR="9525" marT="9525" marB="0" anchor="ctr">
                    <a:lnR w="381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CACAGGCAAAGGTCTTGTGTCCCTGACAGTCCTGGTTCATGAAAATGACAAAACGTCAAATGGGAGATACTCAGCAACTCTGGATAAAGATGCTAAGCACAGCACGCTGCACATCACAGCCACCCTGCTGGATGACACTGCCACCTACATCTGTGTGGTGGGTGATAGAGGTTCAGCCTTAGGGAGGCTGCATTTTGGAGCTGGGACTCAGCTGATTGTCATACCTGACATCCAGAACCCAGAACCTGCTGTGTAC</a:t>
                      </a:r>
                    </a:p>
                  </a:txBody>
                  <a:tcPr marL="9525" marR="9525" marT="9525" marB="0" anchor="ctr">
                    <a:lnL w="381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21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TRAV11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zh-CN" altLang="en-US" sz="2100" b="1" i="0" u="none" strike="noStrike" cap="none" spc="0" baseline="0"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21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TRAJ18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21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21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129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1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1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Alpha</a:t>
                      </a:r>
                      <a:endParaRPr kumimoji="0" lang="en-US" altLang="zh-CN" sz="21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solidFill>
                      <a:srgbClr val="C329A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21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CATDQGGSAKLIF</a:t>
                      </a:r>
                    </a:p>
                  </a:txBody>
                  <a:tcPr marL="9525" marR="9525" marT="9525" marB="0" anchor="ctr">
                    <a:lnR w="381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CTCAGGCAGAGGCCCGGCCCTGATAATCTTAATACGTTCAAATGAGCGAGAGAAGCGCAGTGGAAGACTAAGAGCCACCCTTGACACCTCCAGCCAAAGTAGCTCTCTGTCCATCACTGCTGCTCAGTGTGAAGACACTGCTGTGTACTTCTGTGCTACAGATCAAGGAGGGTCTGCGAAGCTCATCTTTGGGGAGGGGACAAAGCTGACAGTGAGCTCATACATCCAGAACCCAGAACCTGCTGTGTAC</a:t>
                      </a:r>
                    </a:p>
                  </a:txBody>
                  <a:tcPr marL="9525" marR="9525" marT="9525" marB="0" anchor="ctr">
                    <a:lnL w="381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21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TRAV8D-2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zh-CN" altLang="en-US" sz="2100" b="1" i="0" u="none" strike="noStrike" cap="none" spc="0" baseline="0"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21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TRAJ57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21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21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68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1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1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Alpha</a:t>
                      </a:r>
                      <a:endParaRPr kumimoji="0" lang="en-US" altLang="zh-CN" sz="21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solidFill>
                      <a:srgbClr val="C329A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21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CVVGDRGSALGRLHF</a:t>
                      </a:r>
                    </a:p>
                  </a:txBody>
                  <a:tcPr marL="9525" marR="9525" marT="9525" marB="0" anchor="ctr">
                    <a:lnR w="381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CCACAGGCAAAGGTCTTGTGTCCCTGACAGTCCTGGTTCATGAAAATGACAAAACGTCAAATGGGAGATACTCAGCAACTCTGGATAAAGATGCTAAGCACAGCACGCTGCACATCACAGCCACCCTGCTGGATGACACTGCCACCTACATCTGTGTGGTGGGCGATAGAGGTTCAGCCTTAGGGAGGCTGCATTTTGGAGCTGGGACTCAGCTGATTGTCATACCTGACATCCAGAACCCAGAACCTGCTGTGTAC</a:t>
                      </a:r>
                    </a:p>
                  </a:txBody>
                  <a:tcPr marL="9525" marR="9525" marT="9525" marB="0" anchor="ctr">
                    <a:lnL w="381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21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TRAV11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zh-CN" altLang="en-US" sz="2100" b="1" i="0" u="none" strike="noStrike" cap="none" spc="0" baseline="0"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21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TRAJ18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2100" b="1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21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48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1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1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Alpha</a:t>
                      </a:r>
                      <a:endParaRPr kumimoji="0" lang="en-US" altLang="zh-CN" sz="21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solidFill>
                      <a:srgbClr val="C329A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2100" b="1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CILRVDQGGSAKLIF</a:t>
                      </a:r>
                    </a:p>
                  </a:txBody>
                  <a:tcPr marL="9525" marR="9525" marT="9525" marB="0" anchor="ctr">
                    <a:lnR w="381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GTTCCTCTTCAGGGTCCAGAATACGTGACTCACGGTCTACAACAAAATACAACCAATAGTATGGCTTTCCTGGCTATTGCCTCTGACAGAAAGTCAAGCACCTTGATCCTGACTCATGTCAGCCTGAGAGACGCGGCTGTGTACCACTGTATCCTGAGAGTAGATCAAGGAGGGTCTGCGAAGCTCATCTTTGGGGAGGGGACAAAGCTGACAGTGAGCTCATACATCCAGAACCCAGAACCTGCTGTGTAC</a:t>
                      </a:r>
                    </a:p>
                  </a:txBody>
                  <a:tcPr marL="9525" marR="9525" marT="9525" marB="0" anchor="ctr">
                    <a:lnL w="381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21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TRAV21/DV12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zh-CN" altLang="en-US" sz="2100" b="1" i="0" u="none" strike="noStrike" cap="none" spc="0" baseline="0"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21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TRAJ57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21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21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39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1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1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Alpha</a:t>
                      </a:r>
                    </a:p>
                  </a:txBody>
                  <a:tcPr marL="50800" marR="50800" marT="50800" marB="50800" anchor="ctr" horzOverflow="overflow">
                    <a:solidFill>
                      <a:srgbClr val="C329A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21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CAVSMQQGTGSKLSF</a:t>
                      </a:r>
                    </a:p>
                  </a:txBody>
                  <a:tcPr marL="9525" marR="9525" marT="9525" marB="0" anchor="ctr">
                    <a:lnR w="381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TACCCGCGGCAGGGGCTGCAGCTGCTCCTCAAGTACTATTCCGGAGACCCAGTGGTTCAAGGAGTGAATGGCTTTGAGGCTGAGTTCAGCAAGAGTAACTCTTCCTTCCACCTGCGGAAAGCCTCCGTGCACTGGAGCGACTCGGCTGTGTACTTCTGTGCTGTGAGCATGCAGCAAGGCACTGGGTCTAAGCTGTCATTTGGGAAGGGGGCAAAGCTCACAGTGAGTCCAGACATCCAGAACCCAGAACCTGCTGTGTAC</a:t>
                      </a:r>
                    </a:p>
                  </a:txBody>
                  <a:tcPr marL="9525" marR="9525" marT="9525" marB="0" anchor="ctr">
                    <a:lnL w="381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21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TRAV9-4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zh-CN" altLang="en-US" sz="2100" b="1" i="0" u="none" strike="noStrike" cap="none" spc="0" baseline="0"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21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TRAJ58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2100" b="1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21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35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1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9</a:t>
                      </a: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1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Alpha</a:t>
                      </a:r>
                    </a:p>
                  </a:txBody>
                  <a:tcPr marL="50800" marR="50800" marT="50800" marB="50800" anchor="ctr" horzOverflow="overflow">
                    <a:solidFill>
                      <a:srgbClr val="C329A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2100" b="1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CVVGDRGSALGRLHF</a:t>
                      </a:r>
                    </a:p>
                  </a:txBody>
                  <a:tcPr marL="9525" marR="9525" marT="9525" marB="0" anchor="ctr">
                    <a:lnR w="381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CCACAGGCAAAGGTCTTGTGTCCCTGACAGTCCTGGTTCATGAAAATGACAAAACGTCAAATGGGAGATACTCAGCAACTCTGGATAAAGATGCTAAGCACAGCACGCTGCACATCACAGCCACCCTGCTGGATGACACTGCCACCTACATCTGTGTGGTGGGGGATAGAGGTTCAGCCTTAGGGAGGCTGCATTTTGGAGCTGGGACTCAGCTGATTGTCATACCTGACATCCAGAACCCAGAACCTGCTGTGTAC</a:t>
                      </a:r>
                    </a:p>
                  </a:txBody>
                  <a:tcPr marL="9525" marR="9525" marT="9525" marB="0" anchor="ctr">
                    <a:lnL w="381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21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TRAV11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zh-CN" altLang="en-US" sz="2100" b="1" i="0" u="none" strike="noStrike" cap="none" spc="0" baseline="0"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21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TRAJ18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21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2100" b="1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33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1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10</a:t>
                      </a: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1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Alpha</a:t>
                      </a:r>
                    </a:p>
                  </a:txBody>
                  <a:tcPr marL="50800" marR="50800" marT="50800" marB="50800" anchor="ctr" horzOverflow="overflow">
                    <a:solidFill>
                      <a:srgbClr val="C329A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2100" b="1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CVVADRGSALGRLHF</a:t>
                      </a:r>
                    </a:p>
                  </a:txBody>
                  <a:tcPr marL="9525" marR="9525" marT="9525" marB="0" anchor="ctr">
                    <a:lnR w="381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CACAGGCAAAGGTCTTGTGTCCCTGACAGTCCTGGTTCATGAAAATGACAAAACGTCAAATGGGAGATACTCAGCAACTCTGGATAAAGATGCTAAGCACAGCACGCTGCACATCACAGCCACCCTGCTGGATGACACTGCCACCTACATCTGTGTGGTGGCCGATAGAGGTTCAGCCTTAGGGAGGCTGCATTTTGGAGCTGGGACTCAGCTGATTGTCATACCTGACATCCAGAACCCAGAACCTGCTGTGTAC</a:t>
                      </a:r>
                    </a:p>
                  </a:txBody>
                  <a:tcPr marL="9525" marR="9525" marT="9525" marB="0" anchor="ctr">
                    <a:lnL w="381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21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TRAV11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zh-CN" altLang="en-US" sz="2100" b="1" i="0" u="none" strike="noStrike" cap="none" spc="0" baseline="0"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21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TRAJ18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21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2100" b="1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33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pic>
        <p:nvPicPr>
          <p:cNvPr id="164" name="SL_03_NH_LLM_CD4T__TRA.png">
            <a:extLst>
              <a:ext uri="{FF2B5EF4-FFF2-40B4-BE49-F238E27FC236}">
                <a16:creationId xmlns:a16="http://schemas.microsoft.com/office/drawing/2014/main" id="{845657BA-CD1B-5274-DB27-DD48D3250E36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09518" y="1640875"/>
            <a:ext cx="4139490" cy="413949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65" name="SL_03_NH_LLM_CD4T__TRB.png">
            <a:extLst>
              <a:ext uri="{FF2B5EF4-FFF2-40B4-BE49-F238E27FC236}">
                <a16:creationId xmlns:a16="http://schemas.microsoft.com/office/drawing/2014/main" id="{8E107EC3-BA0F-D514-2C79-8FABEB1A6225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28652" y="1640875"/>
            <a:ext cx="4139490" cy="413949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66" name="SL_03_NH_LLM_CD4T__TRB">
            <a:extLst>
              <a:ext uri="{FF2B5EF4-FFF2-40B4-BE49-F238E27FC236}">
                <a16:creationId xmlns:a16="http://schemas.microsoft.com/office/drawing/2014/main" id="{AD50D8FE-92D8-8DCA-84CD-55E2BC43C854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7331222" y="611399"/>
            <a:ext cx="2534348" cy="471924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r>
              <a:rPr lang="en-US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SL_03_CT__TRB</a:t>
            </a:r>
            <a:endParaRPr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67" name="SL_03_NH_LLM_CD4T__TRA">
            <a:extLst>
              <a:ext uri="{FF2B5EF4-FFF2-40B4-BE49-F238E27FC236}">
                <a16:creationId xmlns:a16="http://schemas.microsoft.com/office/drawing/2014/main" id="{FDA3073B-921E-FC11-C506-83C4D5129B75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412089" y="611399"/>
            <a:ext cx="2534347" cy="471924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r>
              <a:rPr lang="en-US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SL_03_CT__TRA</a:t>
            </a:r>
            <a:endParaRPr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4965186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A2FB55-2EFE-5F4A-61BD-53D764576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3" name="Table">
            <a:extLst>
              <a:ext uri="{FF2B5EF4-FFF2-40B4-BE49-F238E27FC236}">
                <a16:creationId xmlns:a16="http://schemas.microsoft.com/office/drawing/2014/main" id="{7FF95AFB-3A85-3788-9F4B-50D71551060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69629101"/>
              </p:ext>
            </p:extLst>
          </p:nvPr>
        </p:nvGraphicFramePr>
        <p:xfrm>
          <a:off x="709295" y="6047105"/>
          <a:ext cx="22381841" cy="6780530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1365437">
                  <a:extLst>
                    <a:ext uri="{9D8B030D-6E8A-4147-A177-3AD203B41FA5}">
                      <a16:colId xmlns:a16="http://schemas.microsoft.com/office/drawing/2014/main" val="4237338057"/>
                    </a:ext>
                  </a:extLst>
                </a:gridCol>
                <a:gridCol w="13654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13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436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54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484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654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6484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6543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ct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 b="0"/>
                      </a:pPr>
                      <a:r>
                        <a:rPr lang="en-US" altLang="zh-CN" sz="24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index</a:t>
                      </a:r>
                      <a:endParaRPr sz="2400" b="0" i="0" u="none" strike="noStrike" cap="none" spc="0" baseline="0" dirty="0"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 b="0"/>
                      </a:pPr>
                      <a:r>
                        <a:rPr lang="en-US" altLang="zh-CN" sz="24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Chain</a:t>
                      </a:r>
                      <a:endParaRPr sz="2400" b="0" i="0" u="none" strike="noStrike" cap="none" spc="0" baseline="0" dirty="0"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marL="0" marR="0" indent="0" algn="ct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 b="0"/>
                      </a:pPr>
                      <a:r>
                        <a:rPr sz="2400" b="0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CDR3(pep)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marL="0" marR="0" indent="0" algn="ct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 b="0"/>
                      </a:pPr>
                      <a:r>
                        <a:rPr sz="2400" b="0" i="0" u="none" strike="noStrike" cap="none" spc="0" baseline="0" dirty="0" err="1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joinedSeq</a:t>
                      </a:r>
                      <a:endParaRPr sz="2400" b="0" i="0" u="none" strike="noStrike" cap="none" spc="0" baseline="0" dirty="0"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marL="0" marR="0" indent="0" algn="ct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 b="0"/>
                      </a:pPr>
                      <a:r>
                        <a:rPr sz="2400" b="0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V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marL="0" marR="0" indent="0" algn="ct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 b="0"/>
                      </a:pPr>
                      <a:r>
                        <a:rPr sz="24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D</a:t>
                      </a:r>
                    </a:p>
                  </a:txBody>
                  <a:tcPr marL="63500" marR="63500" marT="0" marB="0" anchor="ctr" horzOverflow="overflow"/>
                </a:tc>
                <a:tc>
                  <a:txBody>
                    <a:bodyPr/>
                    <a:lstStyle/>
                    <a:p>
                      <a:pPr marL="0" marR="0" indent="0" algn="ct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 b="0"/>
                      </a:pPr>
                      <a:r>
                        <a:rPr sz="24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J</a:t>
                      </a:r>
                    </a:p>
                  </a:txBody>
                  <a:tcPr marL="63500" marR="63500" marT="0" marB="0" anchor="ctr" horzOverflow="overflow"/>
                </a:tc>
                <a:tc>
                  <a:txBody>
                    <a:bodyPr/>
                    <a:lstStyle/>
                    <a:p>
                      <a:pPr marL="0" marR="0" indent="0" algn="ct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 b="0"/>
                      </a:pPr>
                      <a:r>
                        <a:rPr sz="24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</a:t>
                      </a:r>
                    </a:p>
                  </a:txBody>
                  <a:tcPr marL="63500" marR="63500" marT="0" marB="0" anchor="ctr" horzOverflow="overflow"/>
                </a:tc>
                <a:tc>
                  <a:txBody>
                    <a:bodyPr/>
                    <a:lstStyle/>
                    <a:p>
                      <a:pPr marL="0" marR="0" indent="0" algn="ct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 b="0"/>
                      </a:pPr>
                      <a:r>
                        <a:rPr sz="24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copy</a:t>
                      </a:r>
                    </a:p>
                  </a:txBody>
                  <a:tcPr marL="63500" marR="63500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82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0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Beta</a:t>
                      </a:r>
                      <a:endParaRPr kumimoji="0" lang="en-US" altLang="zh-CN" sz="20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solidFill>
                      <a:srgbClr val="48CA5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CASSDETGERNTEVFF</a:t>
                      </a:r>
                    </a:p>
                  </a:txBody>
                  <a:tcPr marL="9525" marR="9525" marT="9525" marB="0" anchor="ctr">
                    <a:lnR w="381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2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ACTGGTATCGGCAGGACACTGGGCATGGGCTGAGGCTGATCCATTACTCATATGGTGCTGGCAACCTTCAAATAGGAGATGTCCCTGATGGGTACAAGGCCACCAGAACAACGCAAGAAGACTTCTTCCTCCTGCTGGAATTGGCTTCTCCCTCTCAGACATCTTTGTACTTCTGTGCCAGCAGTGATGAGACAGGGGAGAGGAACACAGAAGTCTTCTTTGGTAAAGGAACCAGACTCACAGTTGTAGAGGATCTGAGAAATGTGACTCCACCCAAGGT</a:t>
                      </a:r>
                    </a:p>
                  </a:txBody>
                  <a:tcPr marL="9525" marR="9525" marT="9525" marB="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TRBV13-1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TRBD1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TRBJ1-1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TRBC2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altLang="zh-CN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17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55261531"/>
                  </a:ext>
                </a:extLst>
              </a:tr>
              <a:tr h="18782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0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Beta</a:t>
                      </a:r>
                      <a:endParaRPr kumimoji="0" lang="en-US" altLang="zh-CN" sz="20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solidFill>
                      <a:srgbClr val="48CA5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CASSRQGASNERLFF</a:t>
                      </a:r>
                    </a:p>
                  </a:txBody>
                  <a:tcPr marL="9525" marR="9525" marT="9525" marB="0" anchor="ctr">
                    <a:lnR w="381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2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ATCAACAGACTCAGGGGCAGGAACTAAAGTTCTTCATTCAGCATTATGATAAAATGGAGAGAGATAAAGGAAACCTGCCCAGCAGATTCTCAGTCCAACAGTTTGATGACTATCACTCTGAGATGAACATGAGTGCCTTGGAGCTAGAGGACTCTGCCGTGTACTTCTGTGCCAGCTCACGACAGGGGGCCTCCAACGAAAGATTATTTTTCGGTCATGGAACCAAGCTGTCTGTCCTGGGATTGCGGCTTTCCTATGCAAGCCACCACAGCTCTCTTACATCTCAGTGTAGGAGTGAATGTGGAACATCAGAGGATCTGAGAAATGTGACTCCACCCAAGGT</a:t>
                      </a:r>
                    </a:p>
                  </a:txBody>
                  <a:tcPr marL="9525" marR="9525" marT="9525" marB="0" anchor="ctr">
                    <a:lnL w="381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TRBV12-2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TRBD1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TRBJ1-4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TRBC2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altLang="zh-CN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15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782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0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Beta</a:t>
                      </a:r>
                      <a:endParaRPr kumimoji="0" lang="en-US" altLang="zh-CN" sz="20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solidFill>
                      <a:srgbClr val="48CA5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CASSGTANSDYTF</a:t>
                      </a:r>
                    </a:p>
                  </a:txBody>
                  <a:tcPr marL="9525" marR="9525" marT="9525" marB="0" anchor="ctr">
                    <a:lnR w="381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2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ACTGGTATCGGCAGGACACTGGGCATGGGCTGAGGCTGATCCATTACTCATATGGTGCTGGCAACCTTCAAATAGGAGATGTCCCTGATGGGTACAAGGCCACCAGAACAACGCAAGAAGACTTCTTCCTCCTGCTGGAATTGGCTTCTCCCTCTCAGACATCTTTGTACTTCTGTGCCAGCAGTGGGACAGCAAACTCCGACTACACCTTCGGCTCAGGGACCAGGCTTTTGGTAATAGAGGATCTGAGAAATGTGACTCCACCCAAGGT</a:t>
                      </a:r>
                    </a:p>
                  </a:txBody>
                  <a:tcPr marL="9525" marR="9525" marT="9525" marB="0" anchor="ctr">
                    <a:lnL w="381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TRBV13-1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TRBD1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TRBJ1-2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TRBC2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altLang="zh-CN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15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782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0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Beta</a:t>
                      </a:r>
                      <a:endParaRPr kumimoji="0" lang="en-US" altLang="zh-CN" sz="20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solidFill>
                      <a:srgbClr val="48CA5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CASSDAEQFF</a:t>
                      </a:r>
                    </a:p>
                  </a:txBody>
                  <a:tcPr marL="9525" marR="9525" marT="9525" marB="0" anchor="ctr">
                    <a:lnR w="381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200" b="0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ACTGGTATCGGCAGGACACTGGGCATGGGCTGAGGCTGATCCATTACTCATATGGTGCTGGCAACCTTCAAATAGGAGATGTCCCTGATGGGTACAAGGCCACCAGAACAACGCAAGAAGACTTCTTCCTCCTGCTGGAATTGGCTTCTCCCTCTCAGACATCTTTGTACTTCTGTGCCAGCAGTGATGCTGAGCAGTTCTTCGGACCAGGGACACGACTCACCGTCCTAGAGGATCTGAGAAATGTGACTCCACCCAAGGT</a:t>
                      </a:r>
                    </a:p>
                  </a:txBody>
                  <a:tcPr marL="9525" marR="9525" marT="9525" marB="0" anchor="ctr">
                    <a:lnL w="381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TRBV13-1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kumimoji="0" lang="zh-CN" altLang="en-US" sz="2000" b="1" i="0" u="none" strike="noStrike" kern="0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TRBJ2-1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TRBC2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altLang="zh-CN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14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782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0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Beta</a:t>
                      </a:r>
                      <a:endParaRPr kumimoji="0" lang="en-US" altLang="zh-CN" sz="20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solidFill>
                      <a:srgbClr val="48CA5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CASSPGQGSGNTLYF</a:t>
                      </a:r>
                    </a:p>
                  </a:txBody>
                  <a:tcPr marL="9525" marR="9525" marT="9525" marB="0" anchor="ctr">
                    <a:lnR w="381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200" b="0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ATCAACAGACTCAGGGGCAGGAACTAAAGTTCTTCATTCAGCATTATGATAAAATGGAGAGAGATAAAGGAAACCTGCCCAGCAGATTCTCAGTCCAACAGTTTGATGACTATCACTCTGAGATGAACATGAGTGCCTTGGAGCTAGAGGACTCTGCCGTGTACTTCTGTGCCAGCTCTCCGGGACAGGGGTCTGGAAATACGCTCTATTTTGGAGAAGGAAGCCGGCTCATTGTTGTAGAGGATCTGAGAAATGTGACTCCACCCAAGGT</a:t>
                      </a:r>
                    </a:p>
                  </a:txBody>
                  <a:tcPr marL="9525" marR="9525" marT="9525" marB="0" anchor="ctr">
                    <a:lnL w="381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TRBV12-2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TRBD1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TRBJ1-3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TRBC2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altLang="zh-CN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14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782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0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Beta</a:t>
                      </a:r>
                      <a:endParaRPr kumimoji="0" lang="en-US" altLang="zh-CN" sz="20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solidFill>
                      <a:srgbClr val="48CA5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CASSGTANSDYTF</a:t>
                      </a:r>
                    </a:p>
                  </a:txBody>
                  <a:tcPr marL="9525" marR="9525" marT="9525" marB="0" anchor="ctr">
                    <a:lnR w="381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2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ACTGGTATCGGCAGGACACGGGGCATGGGCTGAGGCTGATCCATTACTCATATGTCGCTGACAGCACGGAGAAAGGAGATATCCCTGATGGGTACAAGGCCTCCAGACCAAGCCAAGAGAATTTCTCTCTCATTCTGGAGTTGGCTTCCCTTTCTCAGACAGCTGTATATTTCTGTGCCAGCAGTGGGACAGCAAACTCCGACTACACCTTCGGCTCAGGGACCAGGCTTTTGGTAATAGAGGATCTGAGAAATGTGACTCCACCCAAGGT</a:t>
                      </a:r>
                    </a:p>
                  </a:txBody>
                  <a:tcPr marL="9525" marR="9525" marT="9525" marB="0" anchor="ctr">
                    <a:lnL w="381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TRBV13-3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TRBD1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TRBJ1-2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TRBC2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altLang="zh-CN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14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782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0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Beta</a:t>
                      </a:r>
                      <a:endParaRPr kumimoji="0" lang="en-US" altLang="zh-CN" sz="20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solidFill>
                      <a:srgbClr val="48CA5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CASSRDNNERLFF</a:t>
                      </a:r>
                    </a:p>
                  </a:txBody>
                  <a:tcPr marL="9525" marR="9525" marT="9525" marB="0" anchor="ctr">
                    <a:lnR w="381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200" b="0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CAGCAGACTCTGGGGAAGGAATTAAAGTTCCTTATTCAGCATTATGAAAAGGTGGAGAGAGACAAAGGATTCCTACCCAGCAGATTCTCAGTCCAACAGTTTGATGACTATCACTCTGAAATGAACATGAGTGCCTTGGAACTGGAGGACTCTGCTATGTACTTCTGTGCCAGCTCTCGGGACAACAACGAAAGATTATTTTTCGGTCATGGAACCAAGCTGTCTGTCCTGGAGGATCTGAGAAATGTGACTCCACCCAAGGT</a:t>
                      </a:r>
                    </a:p>
                  </a:txBody>
                  <a:tcPr marL="9525" marR="9525" marT="9525" marB="0" anchor="ctr">
                    <a:lnL w="381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TRBV12-1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TRBD1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TRBJ1-4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TRBC2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altLang="zh-CN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14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782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0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Beta</a:t>
                      </a:r>
                      <a:endParaRPr kumimoji="0" lang="en-US" altLang="zh-CN" sz="20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solidFill>
                      <a:srgbClr val="48CA5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CASSLGTTNSDYTF</a:t>
                      </a:r>
                    </a:p>
                  </a:txBody>
                  <a:tcPr marL="9525" marR="9525" marT="9525" marB="0" anchor="ctr">
                    <a:lnR w="381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2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ATCAACAGACTCAGGGGCAGGAACTAAAGTTCTTCATTCAGCATTATGATAAAATGGAGAGAGATAAAGGAAACCTGCCCAGCAGATTCTCAGTCCAACAGTTTGATGACTATCACTCTGAGATGAACATGAGTGCCTTGGAGCTAGAGGACTCTGCCGTGTACTTCTGTGCCAGCTCTCTCGGGACAACAAACTCCGACTACACCTTCGGCTCAGGGACCAGGCTTTTGGTAATAGAGGATCTGAGAAATGTGACTCCACCCAAGGT</a:t>
                      </a:r>
                    </a:p>
                  </a:txBody>
                  <a:tcPr marL="9525" marR="9525" marT="9525" marB="0" anchor="ctr">
                    <a:lnL w="381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TRBV12-2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kumimoji="0" lang="zh-CN" altLang="en-US" sz="2000" b="1" i="0" u="none" strike="noStrike" kern="0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TRBJ1-2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TRBC2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altLang="zh-CN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13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414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9</a:t>
                      </a: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0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Beta</a:t>
                      </a:r>
                      <a:endParaRPr kumimoji="0" lang="en-US" altLang="zh-CN" sz="20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solidFill>
                      <a:srgbClr val="48CA5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CASSLGQGGNTLYF</a:t>
                      </a:r>
                    </a:p>
                  </a:txBody>
                  <a:tcPr marL="9525" marR="9525" marT="9525" marB="0" anchor="ctr">
                    <a:lnR w="381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2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ATCAACAGACTCAGGGGCAGGAACTAAAGTTCTTCATTCAGCATTATGATAAAATGGAGAGAGATAAAGGAAACCTGCCCAGCAGATTCTCAGTCCAACAGTTTGATGACTATCACTCTGAGATGAACATGAGTGCCTTGGAGCTAGAGGACTCTGCCGTGTACTTCTGTGCCAGCTCTCTCGGACAGGGTGGAAATACGCTCTATTTTGGAGAAGGAAGCCGGCTCATTGTTGTAGGATTGCGGCTTTCCTATGCAAGCCACCACAGCTCTCTTACATCTCAGTGTAGGAGTGAATGTGGAACATCAGAGGATCTGAGAAATGTGACTCCACCCAAGGT</a:t>
                      </a:r>
                    </a:p>
                  </a:txBody>
                  <a:tcPr marL="9525" marR="9525" marT="9525" marB="0" anchor="ctr">
                    <a:lnL w="381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TRBV12-2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TRBD1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TRBJ1-3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TRBC2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altLang="zh-CN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13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414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10</a:t>
                      </a: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Beta</a:t>
                      </a:r>
                    </a:p>
                  </a:txBody>
                  <a:tcPr marL="50800" marR="50800" marT="50800" marB="50800" anchor="ctr" horzOverflow="overflow">
                    <a:solidFill>
                      <a:srgbClr val="48CA5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CAWSPNREVNTEVFF</a:t>
                      </a:r>
                    </a:p>
                  </a:txBody>
                  <a:tcPr marL="9525" marR="9525" marT="9525" marB="0" anchor="ctr">
                    <a:lnR w="381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2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ACTGGCAGGCCACAGGAGGCACCCTCCAGCAACTCTTCTACTCTATTACTGTTGGCCAGGTAGAGTCGGTGGTGCAACTGAACCTCTCAGCTTCCAGGCCGAAGGACGACCAATTCATCCTAAGCACGGAGAAGCTGCTTCTCAGCCACTCTGGCTTCTACCTCTGTGCCTGGAGTCCCAACAGGGAGGTAAACACAGAAGTCTTCTTTGGTAAAGGAACCAGACTCACAGTTGTAGGATTGCGGCTTTCCTATGCAAGCCACCACAGCTCTCTTACATCTCAGTGTAGGAGTGAATGTGGAACATCAGAGGATCTGAGAAATGTGACTCCACCCAAGGT</a:t>
                      </a:r>
                    </a:p>
                  </a:txBody>
                  <a:tcPr marL="9525" marR="9525" marT="9525" marB="0" anchor="ctr">
                    <a:lnL w="381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TRBV31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TRBD1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TRBJ1-1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TRBC2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altLang="zh-CN" sz="2000" b="1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13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pic>
        <p:nvPicPr>
          <p:cNvPr id="2" name="SL_03_NH_LLM_CD4T__TRA.png">
            <a:extLst>
              <a:ext uri="{FF2B5EF4-FFF2-40B4-BE49-F238E27FC236}">
                <a16:creationId xmlns:a16="http://schemas.microsoft.com/office/drawing/2014/main" id="{CDEB2873-6AC5-517C-0C85-E17095409B25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09518" y="1640875"/>
            <a:ext cx="4139490" cy="413949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" name="SL_03_NH_LLM_CD4T__TRB.png">
            <a:extLst>
              <a:ext uri="{FF2B5EF4-FFF2-40B4-BE49-F238E27FC236}">
                <a16:creationId xmlns:a16="http://schemas.microsoft.com/office/drawing/2014/main" id="{A69288F9-BB9F-65E9-80AB-0AB6B5BEA351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28652" y="1640875"/>
            <a:ext cx="4139490" cy="413949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" name="SL_03_NH_LLM_CD4T__TRB">
            <a:extLst>
              <a:ext uri="{FF2B5EF4-FFF2-40B4-BE49-F238E27FC236}">
                <a16:creationId xmlns:a16="http://schemas.microsoft.com/office/drawing/2014/main" id="{6A32CD42-8B8F-C949-6552-018F885E8284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7331222" y="611399"/>
            <a:ext cx="2534348" cy="471924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r>
              <a:rPr lang="en-US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SL_03_CT__TRB</a:t>
            </a:r>
            <a:endParaRPr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" name="SL_03_NH_LLM_CD4T__TRA">
            <a:extLst>
              <a:ext uri="{FF2B5EF4-FFF2-40B4-BE49-F238E27FC236}">
                <a16:creationId xmlns:a16="http://schemas.microsoft.com/office/drawing/2014/main" id="{6C601FC1-059D-6C13-4B2B-2965790F71A3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412089" y="611399"/>
            <a:ext cx="2534347" cy="471924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r>
              <a:rPr lang="en-US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SL_03_CT__TRA</a:t>
            </a:r>
            <a:endParaRPr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9692895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A4F41A-88DB-CF0C-46E8-2271C7EEA1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3" name="Table">
            <a:extLst>
              <a:ext uri="{FF2B5EF4-FFF2-40B4-BE49-F238E27FC236}">
                <a16:creationId xmlns:a16="http://schemas.microsoft.com/office/drawing/2014/main" id="{8EFE697E-7568-E8E7-6BE9-AE4BE630546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30496673"/>
              </p:ext>
            </p:extLst>
          </p:nvPr>
        </p:nvGraphicFramePr>
        <p:xfrm>
          <a:off x="709295" y="6047105"/>
          <a:ext cx="22381842" cy="6294120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1365437">
                  <a:extLst>
                    <a:ext uri="{9D8B030D-6E8A-4147-A177-3AD203B41FA5}">
                      <a16:colId xmlns:a16="http://schemas.microsoft.com/office/drawing/2014/main" val="2643128414"/>
                    </a:ext>
                  </a:extLst>
                </a:gridCol>
                <a:gridCol w="13654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13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436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54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484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654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6484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6543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marL="0" marR="0" indent="0" algn="ct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 b="0"/>
                      </a:pPr>
                      <a:r>
                        <a:rPr lang="en-US" altLang="zh-CN" sz="24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index</a:t>
                      </a:r>
                      <a:endParaRPr sz="2400" b="0" i="0" u="none" strike="noStrike" cap="none" spc="0" baseline="0" dirty="0"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marL="0" marR="0" indent="0" algn="ct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 b="0"/>
                      </a:pPr>
                      <a:r>
                        <a:rPr lang="en-US" altLang="zh-CN" sz="24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Chain</a:t>
                      </a:r>
                      <a:endParaRPr sz="2400" b="0" i="0" u="none" strike="noStrike" cap="none" spc="0" baseline="0" dirty="0"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marL="0" marR="0" indent="0" algn="ct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 b="0"/>
                      </a:pPr>
                      <a:r>
                        <a:rPr sz="2400" b="0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CDR3(pep)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marL="0" marR="0" indent="0" algn="ct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 b="0"/>
                      </a:pPr>
                      <a:r>
                        <a:rPr sz="2400" b="0" i="0" u="none" strike="noStrike" cap="none" spc="0" baseline="0" dirty="0" err="1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joinedSeq</a:t>
                      </a:r>
                      <a:endParaRPr sz="2400" b="0" i="0" u="none" strike="noStrike" cap="none" spc="0" baseline="0" dirty="0"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marL="0" marR="0" indent="0" algn="ct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 b="0"/>
                      </a:pPr>
                      <a:r>
                        <a:rPr sz="2400" b="0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V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marL="0" marR="0" indent="0" algn="ct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 b="0"/>
                      </a:pPr>
                      <a:r>
                        <a:rPr sz="2400" b="0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D</a:t>
                      </a:r>
                    </a:p>
                  </a:txBody>
                  <a:tcPr marL="63500" marR="63500" marT="0" marB="0" anchor="ctr" horzOverflow="overflow"/>
                </a:tc>
                <a:tc>
                  <a:txBody>
                    <a:bodyPr/>
                    <a:lstStyle/>
                    <a:p>
                      <a:pPr marL="0" marR="0" indent="0" algn="ct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 b="0"/>
                      </a:pPr>
                      <a:r>
                        <a:rPr sz="24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J</a:t>
                      </a:r>
                    </a:p>
                  </a:txBody>
                  <a:tcPr marL="63500" marR="63500" marT="0" marB="0" anchor="ctr" horzOverflow="overflow"/>
                </a:tc>
                <a:tc>
                  <a:txBody>
                    <a:bodyPr/>
                    <a:lstStyle/>
                    <a:p>
                      <a:pPr marL="0" marR="0" indent="0" algn="ct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 b="0"/>
                      </a:pPr>
                      <a:r>
                        <a:rPr sz="24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</a:t>
                      </a:r>
                    </a:p>
                  </a:txBody>
                  <a:tcPr marL="63500" marR="63500" marT="0" marB="0" anchor="ctr" horzOverflow="overflow"/>
                </a:tc>
                <a:tc>
                  <a:txBody>
                    <a:bodyPr/>
                    <a:lstStyle/>
                    <a:p>
                      <a:pPr marL="0" marR="0" indent="0" algn="ct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 b="0"/>
                      </a:pPr>
                      <a:r>
                        <a:rPr sz="24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copy</a:t>
                      </a:r>
                    </a:p>
                  </a:txBody>
                  <a:tcPr marL="63500" marR="63500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02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1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1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Alpha</a:t>
                      </a:r>
                      <a:endParaRPr kumimoji="0" lang="en-US" altLang="zh-CN" sz="21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solidFill>
                      <a:srgbClr val="C329A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CILREGATGGNNKLTF</a:t>
                      </a:r>
                    </a:p>
                  </a:txBody>
                  <a:tcPr marL="9525" marR="9525" marT="9525" marB="0" anchor="ctr">
                    <a:lnR w="381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2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GTTCCTCTTCAGGGTCCAGAATATGTGACTCACGGTCTACAACAAAATACAACCAATAGTATGGCTTTCCTGGCTATTGCCTCTGACAGAAAGTCAAGCACCTTGATCCTGCCTCATGTCAGCCTGAGAGACGCGGCTGTGTACCACTGTATCCTGAGAGAGGGGGCTACTGGAGGCAATAATAAGCTGACTTTTGGTCAAGGAACCGTTCTGAGTGTTATACCAGACATCCAGAACCCAGAACCTGCTGTGTAC</a:t>
                      </a:r>
                    </a:p>
                  </a:txBody>
                  <a:tcPr marL="9525" marR="9525" marT="9525" marB="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TRAV21/DV12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kumimoji="0" lang="zh-CN" altLang="en-US" sz="2000" b="1" i="0" u="none" strike="noStrike" kern="0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TRAJ56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altLang="zh-CN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359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55261531"/>
                  </a:ext>
                </a:extLst>
              </a:tr>
              <a:tr h="6502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1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1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Alpha</a:t>
                      </a:r>
                    </a:p>
                  </a:txBody>
                  <a:tcPr marL="50800" marR="50800" marT="50800" marB="50800" anchor="ctr" horzOverflow="overflow">
                    <a:solidFill>
                      <a:srgbClr val="C329A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CVVGDRGSALGRLHF</a:t>
                      </a:r>
                    </a:p>
                  </a:txBody>
                  <a:tcPr marL="9525" marR="9525" marT="9525" marB="0" anchor="ctr">
                    <a:lnR w="381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2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CACAGGCAAAGGTCTTGTGTCCCTGACAGTCCTGGTTGACCAAAAAGACAAAACGTCAAATGGGAGATACTCAGCAACTCTGGATAAAGATGCTAAGCACAGCACGCTGCACATCACAGCCACCCTGCTGGATGACACTGCCACCTACATCTGTGTGGTGGGCGATAGAGGTTCAGCCTTAGGGAGGCTGCATTTTGGAGCTGGGACTCAGCTGATTGTCATACCTGACATCCAGAACCCAGAACCTGCTGTGTAC</a:t>
                      </a:r>
                    </a:p>
                  </a:txBody>
                  <a:tcPr marL="9525" marR="9525" marT="9525" marB="0" anchor="ctr">
                    <a:lnL w="381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TRAV11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kumimoji="0" lang="zh-CN" altLang="en-US" sz="2000" b="1" i="0" u="none" strike="noStrike" kern="0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TRAJ18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altLang="zh-CN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323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1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1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Alpha</a:t>
                      </a:r>
                      <a:endParaRPr kumimoji="0" lang="en-US" altLang="zh-CN" sz="21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solidFill>
                      <a:srgbClr val="C329A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CVVGDRGSALGRLHF</a:t>
                      </a:r>
                    </a:p>
                  </a:txBody>
                  <a:tcPr marL="9525" marR="9525" marT="9525" marB="0" anchor="ctr">
                    <a:lnR w="381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2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CACAGGCAAAGGTCTTGTGTCCCTGACAGTCCTGGTTGACCAAAAAGACAAAACGTCAAATGGGAGATACTCAGCAACTCTGGATAAAGATGCTAAGCACAGCACGCTGCACATCACAGCCACCCTGCTGGATGACACTGCCACCTACATCTGTGTGGTGGGGGATAGAGGTTCAGCCTTAGGGAGGCTGCATTTTGGAGCTGGGACTCAGCTGATTGTCATACCTGACATCCAGAACCCAGAACCTGCTGTGTAC</a:t>
                      </a:r>
                    </a:p>
                  </a:txBody>
                  <a:tcPr marL="9525" marR="9525" marT="9525" marB="0" anchor="ctr">
                    <a:lnL w="381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TRAV11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kumimoji="0" lang="zh-CN" altLang="en-US" sz="2000" b="1" i="0" u="none" strike="noStrike" kern="0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TRAJ18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altLang="zh-CN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252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1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1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Alpha</a:t>
                      </a:r>
                      <a:endParaRPr kumimoji="0" lang="en-US" altLang="zh-CN" sz="21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solidFill>
                      <a:srgbClr val="C329A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CAASDNSAGNKLTF</a:t>
                      </a:r>
                    </a:p>
                  </a:txBody>
                  <a:tcPr marL="9525" marR="9525" marT="9525" marB="0" anchor="ctr">
                    <a:lnR w="381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200" b="0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TCCCTGGGGAAGGCCCTGCACTTCTGATATCCATACTTTCAGTGTCCGATAAAAAGGAAGATGGACGATTCACAACCTTCTTCAATAAAAGGGAGAAAAAGCTCTCCTTGCACATCATAGACTCTCAGCCTGGAGACTCAGCCACCTACTTCTGTGCAGCAAGTGATAACAGTGCAGGGAACAAGCTAACTTTTGGAATCGGAACCAGGGTGCTGGTCAGGCCAGACATCCAGAACCCAGAACCTGCTGTGTAC</a:t>
                      </a:r>
                    </a:p>
                  </a:txBody>
                  <a:tcPr marL="9525" marR="9525" marT="9525" marB="0" anchor="ctr">
                    <a:lnL w="381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TRAV14-1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kumimoji="0" lang="zh-CN" altLang="en-US" sz="2000" b="1" i="0" u="none" strike="noStrike" kern="0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TRAJ17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altLang="zh-CN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213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1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1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Alpha</a:t>
                      </a:r>
                      <a:endParaRPr kumimoji="0" lang="en-US" altLang="zh-CN" sz="21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solidFill>
                      <a:srgbClr val="C329A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CAAGITGNTGKLIF</a:t>
                      </a:r>
                    </a:p>
                  </a:txBody>
                  <a:tcPr marL="9525" marR="9525" marT="9525" marB="0" anchor="ctr">
                    <a:lnR w="381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200" b="0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GGTACAGACAGCATTCTGGAGAAGGCCCCAAGGCACTGATGTCAATCTTCTCTGATGGTGACAAGAAAGAAGGCAGATTCACAGCTCACCTCAATAAGGCCAGCCTGCATGTTTCCCTGCACATCAGAGACTCCCAGCCCAGTGACTCCGCTCTCTACTTCTGTGCAGCTGGGATAACAGGCAATACCGGAAAACTCATCTTTGGACTGGGGACAACTTTACAAGTGCAACCAGACATCCAGAACCCAGAACCTGCTGTGTAC</a:t>
                      </a:r>
                    </a:p>
                  </a:txBody>
                  <a:tcPr marL="9525" marR="9525" marT="9525" marB="0" anchor="ctr">
                    <a:lnL w="381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TRAV7-4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kumimoji="0" lang="zh-CN" altLang="en-US" sz="2000" b="1" i="0" u="none" strike="noStrike" kern="0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TRAJ37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altLang="zh-CN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173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1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1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Alpha</a:t>
                      </a:r>
                      <a:endParaRPr kumimoji="0" lang="en-US" altLang="zh-CN" sz="21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solidFill>
                      <a:srgbClr val="C329A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CAMRDWNSGTYQRF</a:t>
                      </a:r>
                    </a:p>
                  </a:txBody>
                  <a:tcPr marL="9525" marR="9525" marT="9525" marB="0" anchor="ctr">
                    <a:lnR w="381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2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TCCCGGAGAAGGTCCACAGCTCCTTCTGCAAGTCACAACTGCCAACAACAAGGGAAGCAGCAGAGGTTTTGAAGCTACATATGATAAAGGAACCACTTCCTTCCACTTGCAGAAAACCTCAGTGCAAGAGATAGATTCGGCTGTGTACTACTGTGCTATGAGAGATTGGAATTCTGGGACTTACCAGAGGTTTGGAACTGGGACAAAACTCCAAGTCGTTCCAAACATCCAGAACCCAGAACCTGCTGTGTAC</a:t>
                      </a:r>
                    </a:p>
                  </a:txBody>
                  <a:tcPr marL="9525" marR="9525" marT="9525" marB="0" anchor="ctr">
                    <a:lnL w="381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TRAV6-3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kumimoji="0" lang="zh-CN" altLang="en-US" sz="2000" b="1" i="0" u="none" strike="noStrike" kern="0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TRAJ13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altLang="zh-CN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159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1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1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Alpha</a:t>
                      </a:r>
                      <a:endParaRPr kumimoji="0" lang="en-US" altLang="zh-CN" sz="21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solidFill>
                      <a:srgbClr val="C329A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CAASANSGTYQRF</a:t>
                      </a:r>
                    </a:p>
                  </a:txBody>
                  <a:tcPr marL="9525" marR="9525" marT="9525" marB="0" anchor="ctr">
                    <a:lnR w="381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200" b="0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TCCCTGGGGAAGGCCCTGCACTCCTGATATCCATACGTTCAGTGTCCGATAAAAAGGAAGATGGACGATTCACAATCTTCTTCAATAAAAGGGAGAAAAAGCTCTCCTTGCACATCACAGACTCTCAGCCTGGAGACTCAGCTACCTACTTCTGTGCAGCAAGTGCAAATTCTGGGACTTACCAGAGGTTTGGAACTGGGACAAAACTCCAAGTCGTTCCAAACATCCAGAACCCAGAACCTGCTGTGTAC</a:t>
                      </a:r>
                    </a:p>
                  </a:txBody>
                  <a:tcPr marL="9525" marR="9525" marT="9525" marB="0" anchor="ctr">
                    <a:lnL w="381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TRAV14D-1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kumimoji="0" lang="zh-CN" altLang="en-US" sz="2000" b="1" i="0" u="none" strike="noStrike" kern="0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TRAJ13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altLang="zh-CN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155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1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1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Alpha</a:t>
                      </a:r>
                    </a:p>
                  </a:txBody>
                  <a:tcPr marL="50800" marR="50800" marT="50800" marB="50800" anchor="ctr" horzOverflow="overflow">
                    <a:solidFill>
                      <a:srgbClr val="C329A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CAASARVNTGKLTF</a:t>
                      </a:r>
                    </a:p>
                  </a:txBody>
                  <a:tcPr marL="9525" marR="9525" marT="9525" marB="0" anchor="ctr">
                    <a:lnR w="381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2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TCCCTGGGGAAGGCCCTGCACTTCTGATATCCATACTTTCAGTGTCCGATAAAAAGGAAGATGGACGATTCACAACCTTCTTCAATAAAAGGGAGAAAAAGCTCTCCTTGCACATCATAGACTCTCAGCCTGGAGACTCAGCCACCTACTTCTGTGCAGCAAGTGCAAGGGTCAATACAGGCAAATTAACCTTTGGGGATGGGACCGTGCTCACAGTGAAGCCAAACATCCAGAACCCAGAACCTGCTGTGTAC</a:t>
                      </a:r>
                    </a:p>
                  </a:txBody>
                  <a:tcPr marL="9525" marR="9525" marT="9525" marB="0" anchor="ctr">
                    <a:lnL w="381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TRAV14-1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kumimoji="0" lang="zh-CN" altLang="en-US" sz="2000" b="1" i="0" u="none" strike="noStrike" kern="0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TRAJ27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altLang="zh-CN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143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1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9</a:t>
                      </a: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1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Alpha</a:t>
                      </a:r>
                    </a:p>
                  </a:txBody>
                  <a:tcPr marL="50800" marR="50800" marT="50800" marB="50800" anchor="ctr" horzOverflow="overflow">
                    <a:solidFill>
                      <a:srgbClr val="C329A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CVVGDRGSALGRLHF</a:t>
                      </a:r>
                    </a:p>
                  </a:txBody>
                  <a:tcPr marL="9525" marR="9525" marT="9525" marB="0" anchor="ctr">
                    <a:lnR w="381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2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CACAGGCAAAGGTCTTGTGTCCCTGACAGTCCTGGTTGACCAAAAAGACAAAACGTCAAATGGGAGATACTCAGCAACTCTGGATAAAGATGCTAAGCACAGCACGCTGCACATCACAGCCACCCTGCTGGATGACACTGCCACCTACATCTGTGTGGTGGGAGATAGAGGTTCAGCCTTAGGGAGGCTGCATTTTGGAGCTGGGACTCAGCTGATTGTCATACCTGACATCCAGAACCCAGAACCTGCTGTGTAC</a:t>
                      </a:r>
                    </a:p>
                  </a:txBody>
                  <a:tcPr marL="9525" marR="9525" marT="9525" marB="0" anchor="ctr">
                    <a:lnL w="381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TRAV11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kumimoji="0" lang="zh-CN" altLang="en-US" sz="2000" b="1" i="0" u="none" strike="noStrike" kern="0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TRAJ18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altLang="zh-CN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126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1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10</a:t>
                      </a: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1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Alpha</a:t>
                      </a:r>
                    </a:p>
                  </a:txBody>
                  <a:tcPr marL="50800" marR="50800" marT="50800" marB="50800" anchor="ctr" horzOverflow="overflow">
                    <a:solidFill>
                      <a:srgbClr val="C329A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CATENMGYKLTF</a:t>
                      </a:r>
                    </a:p>
                  </a:txBody>
                  <a:tcPr marL="9525" marR="9525" marT="9525" marB="0" anchor="ctr">
                    <a:lnR w="381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2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ACTGGTACAGGCAAGACTCAGGCAGAGGCCCTGCCCTGATAATCTTAATACGTTCAAATGAGCGAGAGAAGCGCAGTGGAAGACTAAGAGCCACCCTTGACACCTCCAGCCAAAGTAGCTCTCTGTCCATCACTGCTGCTCAGTGTGAAGACACTGCTGTGTACTTCTGTGCCACGGAGAACATGGGCTACAAACTTACCTTCGGGACAGGAACAAGCTTGTTGGTTGATCCAAACATCCAGAACCCAGAACCTGCTGTGTAC</a:t>
                      </a:r>
                    </a:p>
                  </a:txBody>
                  <a:tcPr marL="9525" marR="9525" marT="9525" marB="0" anchor="ctr">
                    <a:lnL w="381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TRAV8D-2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kumimoji="0" lang="zh-CN" altLang="en-US" sz="2000" b="1" i="0" u="none" strike="noStrike" kern="0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TRAJ9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altLang="zh-CN" sz="2000" b="1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120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pic>
        <p:nvPicPr>
          <p:cNvPr id="164" name="SL_03_NH_LLM_CD4T__TRA.png">
            <a:extLst>
              <a:ext uri="{FF2B5EF4-FFF2-40B4-BE49-F238E27FC236}">
                <a16:creationId xmlns:a16="http://schemas.microsoft.com/office/drawing/2014/main" id="{8D49E32F-8853-A88B-C01E-C1398C8C51A0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09518" y="1640875"/>
            <a:ext cx="4139490" cy="413949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65" name="SL_03_NH_LLM_CD4T__TRB.png">
            <a:extLst>
              <a:ext uri="{FF2B5EF4-FFF2-40B4-BE49-F238E27FC236}">
                <a16:creationId xmlns:a16="http://schemas.microsoft.com/office/drawing/2014/main" id="{98D138BE-D360-700B-5914-34ECB4EA0F00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28652" y="1640875"/>
            <a:ext cx="4139490" cy="413949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66" name="SL_03_NH_LLM_CD4T__TRB">
            <a:extLst>
              <a:ext uri="{FF2B5EF4-FFF2-40B4-BE49-F238E27FC236}">
                <a16:creationId xmlns:a16="http://schemas.microsoft.com/office/drawing/2014/main" id="{32453D78-83C1-0288-73DD-68E0AE00469F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6422320" y="611399"/>
            <a:ext cx="4352153" cy="471924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r>
              <a:rPr lang="it-IT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SL_03_NH_LLM_CD4C__TRB</a:t>
            </a:r>
            <a:endParaRPr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67" name="SL_03_NH_LLM_CD4T__TRA">
            <a:extLst>
              <a:ext uri="{FF2B5EF4-FFF2-40B4-BE49-F238E27FC236}">
                <a16:creationId xmlns:a16="http://schemas.microsoft.com/office/drawing/2014/main" id="{8555551B-32E7-259D-9AC6-8126839E898B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503187" y="611399"/>
            <a:ext cx="4352153" cy="471924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r>
              <a:rPr lang="it-IT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SL_03_NH_LLM_CD4C__TRA</a:t>
            </a:r>
            <a:endParaRPr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9023217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841F88-322A-04BB-D865-81F9785ED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3" name="Table">
            <a:extLst>
              <a:ext uri="{FF2B5EF4-FFF2-40B4-BE49-F238E27FC236}">
                <a16:creationId xmlns:a16="http://schemas.microsoft.com/office/drawing/2014/main" id="{5FBCCEDD-21CC-7C87-BAD0-E052DA15AFE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0021244"/>
              </p:ext>
            </p:extLst>
          </p:nvPr>
        </p:nvGraphicFramePr>
        <p:xfrm>
          <a:off x="709295" y="6047105"/>
          <a:ext cx="22381841" cy="6414770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1365437">
                  <a:extLst>
                    <a:ext uri="{9D8B030D-6E8A-4147-A177-3AD203B41FA5}">
                      <a16:colId xmlns:a16="http://schemas.microsoft.com/office/drawing/2014/main" val="4237338057"/>
                    </a:ext>
                  </a:extLst>
                </a:gridCol>
                <a:gridCol w="13654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13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436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54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484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654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6484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6543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ct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 b="0"/>
                      </a:pPr>
                      <a:r>
                        <a:rPr lang="en-US" altLang="zh-CN" sz="24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index</a:t>
                      </a:r>
                      <a:endParaRPr sz="2400" b="0" i="0" u="none" strike="noStrike" cap="none" spc="0" baseline="0" dirty="0"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 b="0"/>
                      </a:pPr>
                      <a:r>
                        <a:rPr lang="en-US" altLang="zh-CN" sz="24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Chain</a:t>
                      </a:r>
                      <a:endParaRPr sz="2400" b="0" i="0" u="none" strike="noStrike" cap="none" spc="0" baseline="0" dirty="0"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marL="0" marR="0" indent="0" algn="ct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 b="0"/>
                      </a:pPr>
                      <a:r>
                        <a:rPr sz="24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CDR3(pep)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marL="0" marR="0" indent="0" algn="ct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 b="0"/>
                      </a:pPr>
                      <a:r>
                        <a:rPr sz="2400" b="0" i="0" u="none" strike="noStrike" cap="none" spc="0" baseline="0" dirty="0" err="1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joinedSeq</a:t>
                      </a:r>
                      <a:endParaRPr sz="2400" b="0" i="0" u="none" strike="noStrike" cap="none" spc="0" baseline="0" dirty="0"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marL="0" marR="0" indent="0" algn="ct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 b="0"/>
                      </a:pPr>
                      <a:r>
                        <a:rPr sz="24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V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marL="0" marR="0" indent="0" algn="ct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 b="0"/>
                      </a:pPr>
                      <a:r>
                        <a:rPr sz="24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D</a:t>
                      </a:r>
                    </a:p>
                  </a:txBody>
                  <a:tcPr marL="63500" marR="63500" marT="0" marB="0" anchor="ctr" horzOverflow="overflow"/>
                </a:tc>
                <a:tc>
                  <a:txBody>
                    <a:bodyPr/>
                    <a:lstStyle/>
                    <a:p>
                      <a:pPr marL="0" marR="0" indent="0" algn="ct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 b="0"/>
                      </a:pPr>
                      <a:r>
                        <a:rPr sz="24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J</a:t>
                      </a:r>
                    </a:p>
                  </a:txBody>
                  <a:tcPr marL="63500" marR="63500" marT="0" marB="0" anchor="ctr" horzOverflow="overflow"/>
                </a:tc>
                <a:tc>
                  <a:txBody>
                    <a:bodyPr/>
                    <a:lstStyle/>
                    <a:p>
                      <a:pPr marL="0" marR="0" indent="0" algn="ct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 b="0"/>
                      </a:pPr>
                      <a:r>
                        <a:rPr sz="24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</a:t>
                      </a:r>
                    </a:p>
                  </a:txBody>
                  <a:tcPr marL="63500" marR="63500" marT="0" marB="0" anchor="ctr" horzOverflow="overflow"/>
                </a:tc>
                <a:tc>
                  <a:txBody>
                    <a:bodyPr/>
                    <a:lstStyle/>
                    <a:p>
                      <a:pPr marL="0" marR="0" indent="0" algn="ct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 b="0"/>
                      </a:pPr>
                      <a:r>
                        <a:rPr sz="24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copy</a:t>
                      </a:r>
                    </a:p>
                  </a:txBody>
                  <a:tcPr marL="63500" marR="63500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82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0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Beta</a:t>
                      </a:r>
                      <a:endParaRPr kumimoji="0" lang="en-US" altLang="zh-CN" sz="20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solidFill>
                      <a:srgbClr val="48CA5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CASGEGYAEQFF</a:t>
                      </a:r>
                    </a:p>
                  </a:txBody>
                  <a:tcPr marL="9525" marR="9525" marT="9525" marB="0" anchor="ctr">
                    <a:lnR w="381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2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ACTGGTATCGGCAGGACACGGGGCATGGGCTGAGGCTGATCCATTATTCATATGGTGCTGGCAGCACTGAGAAAGGAGATATCCCTGATGGATACAAGGCCTCCAGACCAAGCCAAGAGAACTTCTCCCTCATTCTGGAGTTGGCTACCCCCTCTCAGACATCAGTGTACTTCTGTGCCAGCGGTGAGGGTTATGCTGAGCAGTTCTTCGGACCAGGGACACGACTCACCGTCCTAGAGGATCTGAGAAATGTGACTCCACCCAAGGT</a:t>
                      </a:r>
                    </a:p>
                  </a:txBody>
                  <a:tcPr marL="9525" marR="9525" marT="9525" marB="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TRBV13-2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kumimoji="0" lang="zh-CN" altLang="en-US" sz="2000" b="1" i="0" u="none" strike="noStrike" kern="0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TRBJ2-1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TRBC2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altLang="zh-CN" sz="2000" b="1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65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55261531"/>
                  </a:ext>
                </a:extLst>
              </a:tr>
              <a:tr h="18782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0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Beta</a:t>
                      </a:r>
                      <a:endParaRPr kumimoji="0" lang="en-US" altLang="zh-CN" sz="20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solidFill>
                      <a:srgbClr val="48CA5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CASSDARTGGDYAEQFF</a:t>
                      </a:r>
                    </a:p>
                  </a:txBody>
                  <a:tcPr marL="9525" marR="9525" marT="9525" marB="0" anchor="ctr">
                    <a:lnR w="381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2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ACTGGTATCGGCAGGACACGGGGCATGGGCTGAGGCTGATCCATTACTCATATGTCGCTGACAGCACGGAGAAAGGAGATATCCCTGATGGGTACAAGGCCTCCAGACCAAGCCAAGAGAATTTCTCTCTCATTCTGGAGTTGGCTTCCCTTTCTCAGACAGCTGTATATTTCTGTGCCAGCAGTGATGCAAGGACTGGGGGGGACTATGCTGAGCAGTTCTTCGGACCAGGGACACGACTCACCGTCCTAGAGGATCTGAGAAATGTGACTCCACCCAAGGT</a:t>
                      </a:r>
                    </a:p>
                  </a:txBody>
                  <a:tcPr marL="9525" marR="9525" marT="9525" marB="0" anchor="ctr">
                    <a:lnL w="381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TRBV13-3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TRBD2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TRBJ2-1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TRBC2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altLang="zh-CN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64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782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0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Beta</a:t>
                      </a:r>
                      <a:endParaRPr kumimoji="0" lang="en-US" altLang="zh-CN" sz="20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solidFill>
                      <a:srgbClr val="48CA5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CASSQESSNERLFF</a:t>
                      </a:r>
                    </a:p>
                  </a:txBody>
                  <a:tcPr marL="9525" marR="9525" marT="9525" marB="0" anchor="ctr">
                    <a:lnR w="381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200" b="0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AGACAAAGTGCTAAGAAGCCTCTAGAGTTCATGTTTTCCTACAGCTATCAAAAACTTATGGACAATCAGACTGCCTCAAGTCGCTTCCAACCTCAAAGTTCAAAGAAAAACCATTTAGACCTTCAGATCACAGCTCTAAAGCCTGATGACTCGGCCACATACTTCTGTGCCAGCAGCCAAGAAAGCAGCAACGAAAGATTATTTTTCGGTCATGGAACCAAGCTGTCTGTCCTGGAGGATCTGAGAAATGTGACTCCACCCAAGGT</a:t>
                      </a:r>
                    </a:p>
                  </a:txBody>
                  <a:tcPr marL="9525" marR="9525" marT="9525" marB="0" anchor="ctr">
                    <a:lnL w="381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TRBV2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kumimoji="0" lang="zh-CN" altLang="en-US" sz="2000" b="1" i="0" u="none" strike="noStrike" kern="0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TRBJ1-4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TRBC2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altLang="zh-CN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52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782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0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Beta</a:t>
                      </a:r>
                      <a:endParaRPr kumimoji="0" lang="en-US" altLang="zh-CN" sz="20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solidFill>
                      <a:srgbClr val="48CA5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CASSHGDFAETLYF</a:t>
                      </a:r>
                    </a:p>
                  </a:txBody>
                  <a:tcPr marL="9525" marR="9525" marT="9525" marB="0" anchor="ctr">
                    <a:lnR w="381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2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AGACAAAGTGCTAAGAAGCCTCTAGAGTTCATGTTTTCCTACAGCTATCAAAAACTTATGGACAATCAGACTGCCTCAAGTCGCTTCCAACCTCAAAGTTCAAAGAAAAACCATTTAGACCTTCAGATCACAGCTCTAAAGCCTGATGACTCGGCCACATACTTCTGTGCCAGCAGCCACGGGGACTTTGCAGAAACGCTGTATTTTGGCTCAGGAACCAGACTGACTGTTCTCGAGGATCTGAGAAATGTGACTCCACCCAAGGT</a:t>
                      </a:r>
                    </a:p>
                  </a:txBody>
                  <a:tcPr marL="9525" marR="9525" marT="9525" marB="0" anchor="ctr">
                    <a:lnL w="381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TRBV2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TRBD2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TRBJ2-3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TRBC2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altLang="zh-CN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43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782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0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Beta</a:t>
                      </a:r>
                      <a:endParaRPr kumimoji="0" lang="en-US" altLang="zh-CN" sz="20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solidFill>
                      <a:srgbClr val="48CA5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CASSLPGSGNTLYF</a:t>
                      </a:r>
                    </a:p>
                  </a:txBody>
                  <a:tcPr marL="9525" marR="9525" marT="9525" marB="0" anchor="ctr">
                    <a:lnR w="381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200" b="0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ATCAGCAGCCCAGAGACCAGGGGCCCCAGCTTCTAGTTTACTTTCGGGATGAGGCTGTTATAGATAATTCACAGTTGCCCTCGGATCGATTTTCTGCTGTGAGGCCTAAAGGAACTAACTCCACTCTCAAGATCCAGTCTGCAAAGCAGGGCGACACAGCCACCTATCTCTGTGCCAGCAGTTTACCGGGTTCTGGAAATACGCTCTATTTTGGAGAAGGAAGCCGGCTCATTGTTGTAGAGGATCTGAGAAATGTGACTCCACCCAAGGT</a:t>
                      </a:r>
                    </a:p>
                  </a:txBody>
                  <a:tcPr marL="9525" marR="9525" marT="9525" marB="0" anchor="ctr">
                    <a:lnL w="381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TRBV14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TRBD1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TRBJ1-3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TRBC2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altLang="zh-CN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38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782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0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Beta</a:t>
                      </a:r>
                      <a:endParaRPr kumimoji="0" lang="en-US" altLang="zh-CN" sz="20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solidFill>
                      <a:srgbClr val="48CA5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CASSPGGWAETLYF</a:t>
                      </a:r>
                    </a:p>
                  </a:txBody>
                  <a:tcPr marL="9525" marR="9525" marT="9525" marB="0" anchor="ctr">
                    <a:lnR w="381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2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ACTGGTATCGGCAGGACACTGGGCATGGGCTGAGGCTGATCCATTACTCATATGGTGCTGGCAACCTTCAAATAGGAGATGTCCCTGATGGGTACAAGGCCACCAGAACAACGCAAGAAGACTTCTTCCTCCTGCTGGAATTGGCTTCTCCCTCTCAGACATCTTTGTACTTCTGTGCCAGCAGTCCGGGGGGGTGGGCAGAAACGCTGTATTTTGGCTCAGGAACCAGACTGACTGTTCTCGAGGATCTGAGAAATGTGACTCCACCCAAGGT</a:t>
                      </a:r>
                    </a:p>
                  </a:txBody>
                  <a:tcPr marL="9525" marR="9525" marT="9525" marB="0" anchor="ctr">
                    <a:lnL w="381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TRBV13-1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TRBD2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TRBJ2-3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TRBC2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altLang="zh-CN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32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782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0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Beta</a:t>
                      </a:r>
                      <a:endParaRPr kumimoji="0" lang="en-US" altLang="zh-CN" sz="20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solidFill>
                      <a:srgbClr val="48CA5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CASSQDHNQAPLF</a:t>
                      </a:r>
                    </a:p>
                  </a:txBody>
                  <a:tcPr marL="9525" marR="9525" marT="9525" marB="0" anchor="ctr">
                    <a:lnR w="381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200" b="0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AGACAAAGTGCTAAGAAGCCTCTAGAGTTCATGTTTTCCTACAGCTATCAAAAACTTATGGACAATCAGACTGCCTCAAGTCGCTTCCAACCTCAAAGTTCAAAGAAAAACCATTTAGACCTTCAGATCACAGCTCTAAAGCCTGATGACTCGGCCACATACTTCTGTGCCAGCAGCCAAGATCACAACCAGGCTCCGCTTTTTGGAGAGGGGACTCGACTTTCTGTTCTAGAGGATCTGAGAAATGTGACTCCACCCAAGGT</a:t>
                      </a:r>
                    </a:p>
                  </a:txBody>
                  <a:tcPr marL="9525" marR="9525" marT="9525" marB="0" anchor="ctr">
                    <a:lnL w="381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TRBV2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kumimoji="0" lang="zh-CN" altLang="en-US" sz="2000" b="1" i="0" u="none" strike="noStrike" kern="0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TRBJ1-5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TRBC2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altLang="zh-CN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32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782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0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Beta</a:t>
                      </a:r>
                      <a:endParaRPr kumimoji="0" lang="en-US" altLang="zh-CN" sz="20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solidFill>
                      <a:srgbClr val="48CA5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CASGEGYAEQFF</a:t>
                      </a:r>
                    </a:p>
                  </a:txBody>
                  <a:tcPr marL="9525" marR="9525" marT="9525" marB="0" anchor="ctr">
                    <a:lnR w="381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2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ACTGGTATCGGCAGGACACGGGGCATGGGCTGAGGCTGATCCATTATTCATATGGTGCTGGCAGCACTGAGAAAGGAGATATCCCTGATGGATACAAGGCCTCCAGACCAAGCCAAGAGAACTTCTCCCTCATTCTGGAGTTGGCTACCCCCTCTCAGACATCAGTGTACTTCTGTGCCAGCGGTGAGGGTTATGCTGAGCAGTTCTTCGGACCAGGGACACGACTCACCGTCCTAGAGGATCTGAGAAATGTGACTCCACCCAAGGTCAAGGT</a:t>
                      </a:r>
                    </a:p>
                  </a:txBody>
                  <a:tcPr marL="9525" marR="9525" marT="9525" marB="0" anchor="ctr">
                    <a:lnL w="381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TRBV13-2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kumimoji="0" lang="zh-CN" altLang="en-US" sz="2000" b="1" i="0" u="none" strike="noStrike" kern="0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TRBJ2-1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TRBC2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altLang="zh-CN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32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414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9</a:t>
                      </a: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0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Beta</a:t>
                      </a:r>
                      <a:endParaRPr kumimoji="0" lang="en-US" altLang="zh-CN" sz="20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solidFill>
                      <a:srgbClr val="48CA5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CASGDGGGGAETLYF</a:t>
                      </a:r>
                    </a:p>
                  </a:txBody>
                  <a:tcPr marL="9525" marR="9525" marT="9525" marB="0" anchor="ctr">
                    <a:lnR w="381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2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ACTGGTATCGGCAGGACACGGGGCATGGGCTGAGGCTGATCCATTATTCATATGGTGCTGGCAGCACTGAGAAAGGAGATATCCCTGATGGATACAAGGCCTCCAGACCAAGCCAAGAGAACTTCTCCCTCATTCTGGAGTTGGCTACCCCCTCTCAGACATCAGTGTACTTCTGTGCCAGCGGTGACGGAGGGGGAGGTGCAGAAACGCTGTATTTTGGCTCAGGAACCAGACTGACTGTTCTCGAGGATCTGAGAAATGTGACTCCACCCAAGGT</a:t>
                      </a:r>
                    </a:p>
                  </a:txBody>
                  <a:tcPr marL="9525" marR="9525" marT="9525" marB="0" anchor="ctr">
                    <a:lnL w="381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TRBV13-2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TRBD1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TRBJ2-3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TRBC2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altLang="zh-CN" sz="2000" b="1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30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414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10</a:t>
                      </a: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Beta</a:t>
                      </a:r>
                    </a:p>
                  </a:txBody>
                  <a:tcPr marL="50800" marR="50800" marT="50800" marB="50800" anchor="ctr" horzOverflow="overflow">
                    <a:solidFill>
                      <a:srgbClr val="48CA5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CASSLRQGAGNTLYF</a:t>
                      </a:r>
                    </a:p>
                  </a:txBody>
                  <a:tcPr marL="9525" marR="9525" marT="9525" marB="0" anchor="ctr">
                    <a:lnR w="381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2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ATCAGCAGACTCTGGGGAAGGAATTAAAGTTCCTTATTCAGCATTATGAAAAGGTGGAGAGAGACAAAGGATTCCTACCCAGCAGATTCTCAGTCCAACAGTTTGATGACTATCACTCTGAAATGAACATGAGTGCCTTGGAACTGGAGGACTCTGCTATGTACTTCTGTGCCAGCTCTCTCCGACAGGGGGCTGGAAATACGCTCTATTTTGGAGAAGGAAGCCGGCTCATTGTTGTAGAGGATCTGAGAAATGTGACTCCACCCAAGGT</a:t>
                      </a:r>
                    </a:p>
                  </a:txBody>
                  <a:tcPr marL="9525" marR="9525" marT="9525" marB="0" anchor="ctr">
                    <a:lnL w="381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TRBV12-1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TRBD1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TRBJ1-3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TRBC2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altLang="zh-CN" sz="2000" b="1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30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pic>
        <p:nvPicPr>
          <p:cNvPr id="2" name="SL_03_NH_LLM_CD4T__TRA.png">
            <a:extLst>
              <a:ext uri="{FF2B5EF4-FFF2-40B4-BE49-F238E27FC236}">
                <a16:creationId xmlns:a16="http://schemas.microsoft.com/office/drawing/2014/main" id="{241E3CDE-6828-8519-1EC3-CAB7CB59A144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09518" y="1640875"/>
            <a:ext cx="4139490" cy="413949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" name="SL_03_NH_LLM_CD4T__TRB.png">
            <a:extLst>
              <a:ext uri="{FF2B5EF4-FFF2-40B4-BE49-F238E27FC236}">
                <a16:creationId xmlns:a16="http://schemas.microsoft.com/office/drawing/2014/main" id="{372A9037-9982-BEB4-8B94-0EAD048D46EE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28652" y="1640875"/>
            <a:ext cx="4139490" cy="413949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" name="SL_03_NH_LLM_CD4T__TRB">
            <a:extLst>
              <a:ext uri="{FF2B5EF4-FFF2-40B4-BE49-F238E27FC236}">
                <a16:creationId xmlns:a16="http://schemas.microsoft.com/office/drawing/2014/main" id="{0545B4F9-C287-1F6C-60EB-8E73A5FE8C69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6422320" y="611399"/>
            <a:ext cx="4352153" cy="471924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r>
              <a:rPr lang="it-IT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SL_03_NH_LLM_CD4C__TRB</a:t>
            </a:r>
            <a:endParaRPr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" name="SL_03_NH_LLM_CD4T__TRA">
            <a:extLst>
              <a:ext uri="{FF2B5EF4-FFF2-40B4-BE49-F238E27FC236}">
                <a16:creationId xmlns:a16="http://schemas.microsoft.com/office/drawing/2014/main" id="{92BE2908-525E-D5F8-BF1A-9587E633D295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503187" y="611399"/>
            <a:ext cx="4352153" cy="471924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r>
              <a:rPr lang="it-IT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SL_03_NH_LLM_CD4C__TRA</a:t>
            </a:r>
            <a:endParaRPr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0916783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83E99F-6510-3B4A-9718-0BEC6B834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3" name="Table">
            <a:extLst>
              <a:ext uri="{FF2B5EF4-FFF2-40B4-BE49-F238E27FC236}">
                <a16:creationId xmlns:a16="http://schemas.microsoft.com/office/drawing/2014/main" id="{BCB9695D-F595-43BF-4C9E-86D72EB0148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56247837"/>
              </p:ext>
            </p:extLst>
          </p:nvPr>
        </p:nvGraphicFramePr>
        <p:xfrm>
          <a:off x="709295" y="6047105"/>
          <a:ext cx="22381842" cy="6477000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1365437">
                  <a:extLst>
                    <a:ext uri="{9D8B030D-6E8A-4147-A177-3AD203B41FA5}">
                      <a16:colId xmlns:a16="http://schemas.microsoft.com/office/drawing/2014/main" val="2643128414"/>
                    </a:ext>
                  </a:extLst>
                </a:gridCol>
                <a:gridCol w="13654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13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436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54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484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654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6484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6543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marL="0" marR="0" indent="0" algn="ct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 b="0"/>
                      </a:pPr>
                      <a:r>
                        <a:rPr lang="en-US" altLang="zh-CN" sz="24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index</a:t>
                      </a:r>
                      <a:endParaRPr sz="2400" b="0" i="0" u="none" strike="noStrike" cap="none" spc="0" baseline="0" dirty="0"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marL="0" marR="0" indent="0" algn="ct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 b="0"/>
                      </a:pPr>
                      <a:r>
                        <a:rPr lang="en-US" altLang="zh-CN" sz="24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Chain</a:t>
                      </a:r>
                      <a:endParaRPr sz="2400" b="0" i="0" u="none" strike="noStrike" cap="none" spc="0" baseline="0" dirty="0"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marL="0" marR="0" indent="0" algn="ct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 b="0"/>
                      </a:pPr>
                      <a:r>
                        <a:rPr sz="2400" b="0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CDR3(pep)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marL="0" marR="0" indent="0" algn="ct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 b="0"/>
                      </a:pPr>
                      <a:r>
                        <a:rPr sz="2400" b="0" i="0" u="none" strike="noStrike" cap="none" spc="0" baseline="0" dirty="0" err="1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joinedSeq</a:t>
                      </a:r>
                      <a:endParaRPr sz="2400" b="0" i="0" u="none" strike="noStrike" cap="none" spc="0" baseline="0" dirty="0"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marL="0" marR="0" indent="0" algn="ct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 b="0"/>
                      </a:pPr>
                      <a:r>
                        <a:rPr sz="24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V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marL="0" marR="0" indent="0" algn="ct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 b="0"/>
                      </a:pPr>
                      <a:r>
                        <a:rPr sz="24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D</a:t>
                      </a:r>
                    </a:p>
                  </a:txBody>
                  <a:tcPr marL="63500" marR="63500" marT="0" marB="0" anchor="ctr" horzOverflow="overflow"/>
                </a:tc>
                <a:tc>
                  <a:txBody>
                    <a:bodyPr/>
                    <a:lstStyle/>
                    <a:p>
                      <a:pPr marL="0" marR="0" indent="0" algn="ct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 b="0"/>
                      </a:pPr>
                      <a:r>
                        <a:rPr sz="24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J</a:t>
                      </a:r>
                    </a:p>
                  </a:txBody>
                  <a:tcPr marL="63500" marR="63500" marT="0" marB="0" anchor="ctr" horzOverflow="overflow"/>
                </a:tc>
                <a:tc>
                  <a:txBody>
                    <a:bodyPr/>
                    <a:lstStyle/>
                    <a:p>
                      <a:pPr marL="0" marR="0" indent="0" algn="ct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 b="0"/>
                      </a:pPr>
                      <a:r>
                        <a:rPr sz="24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</a:t>
                      </a:r>
                    </a:p>
                  </a:txBody>
                  <a:tcPr marL="63500" marR="63500" marT="0" marB="0" anchor="ctr" horzOverflow="overflow"/>
                </a:tc>
                <a:tc>
                  <a:txBody>
                    <a:bodyPr/>
                    <a:lstStyle/>
                    <a:p>
                      <a:pPr marL="0" marR="0" indent="0" algn="ct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 b="0"/>
                      </a:pPr>
                      <a:r>
                        <a:rPr sz="24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copy</a:t>
                      </a:r>
                    </a:p>
                  </a:txBody>
                  <a:tcPr marL="63500" marR="63500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02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1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1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Alpha</a:t>
                      </a:r>
                      <a:endParaRPr kumimoji="0" lang="en-US" altLang="zh-CN" sz="21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solidFill>
                      <a:srgbClr val="C329A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CVVGDRGSALGRLHF</a:t>
                      </a:r>
                    </a:p>
                  </a:txBody>
                  <a:tcPr marL="9525" marR="9525" marT="9525" marB="0" anchor="ctr">
                    <a:lnR w="381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2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CACAGGCAAAGGTCTTGTGTCCCTGACAGTCCTGGTTGACCAAAAAGACAAAACGTCAAATGGGAGATACTCAGCAACTCTGGATAAAGATGCTAAGCACAGCACGCTGCACATCACAGCCACCCTGCTGGATGACACTGCCACCTACATCTGTGTGGTGGGCGATAGAGGTTCAGCCTTAGGGAGGCTGCATTTTGGAGCTGGGACTCAGCTGATTGTCATACCTGACATCCAGAACCCAGAACCTGCTGTGTAC</a:t>
                      </a:r>
                    </a:p>
                  </a:txBody>
                  <a:tcPr marL="9525" marR="9525" marT="9525" marB="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TRAV11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kumimoji="0" lang="zh-CN" altLang="en-US" sz="2000" b="1" i="0" u="none" strike="noStrike" kern="0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TRAJ18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altLang="zh-CN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861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55261531"/>
                  </a:ext>
                </a:extLst>
              </a:tr>
              <a:tr h="6502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1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1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Alpha</a:t>
                      </a:r>
                    </a:p>
                  </a:txBody>
                  <a:tcPr marL="50800" marR="50800" marT="50800" marB="50800" anchor="ctr" horzOverflow="overflow">
                    <a:solidFill>
                      <a:srgbClr val="C329A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CVVGDRGSALGRLHF</a:t>
                      </a:r>
                    </a:p>
                  </a:txBody>
                  <a:tcPr marL="9525" marR="9525" marT="9525" marB="0" anchor="ctr">
                    <a:lnR w="381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200" b="0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CACAGGCAAAGGTCTTGTGTCCCTGACAGTCCTGGTTGACCAAAAAGACAAAACGTCAAATGGGAGATACTCAGCAACTCTGGATAAAGATGCTAAGCACAGCACGCTGCACATCACAGCCACCCTGCTGGATGACACTGCCACCTACATCTGTGTGGTGGGGGATAGAGGTTCAGCCTTAGGGAGGCTGCATTTTGGAGCTGGGACTCAGCTGATTGTCATACCTGACATCCAGAACCCAGAACCTGCTGTGTAC</a:t>
                      </a:r>
                    </a:p>
                  </a:txBody>
                  <a:tcPr marL="9525" marR="9525" marT="9525" marB="0" anchor="ctr">
                    <a:lnL w="381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TRAV11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kumimoji="0" lang="zh-CN" altLang="en-US" sz="2000" b="1" i="0" u="none" strike="noStrike" kern="0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TRAJ18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altLang="zh-CN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562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1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1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Alpha</a:t>
                      </a:r>
                      <a:endParaRPr kumimoji="0" lang="en-US" altLang="zh-CN" sz="21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solidFill>
                      <a:srgbClr val="C329A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CVVGDRGSALGRLHF</a:t>
                      </a:r>
                    </a:p>
                  </a:txBody>
                  <a:tcPr marL="9525" marR="9525" marT="9525" marB="0" anchor="ctr">
                    <a:lnR w="381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200" b="0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CACAGGCAAAGGTCTTGTGTCCCTGACAGTCCTGGTTGACCAAAAAGACAAAACGTCAAATGGGAGATACTCAGCAACTCTGGATAAAGATGCTAAGCACAGCACGCTGCACATCACAGCCACCCTGCTGGATGACACTGCCACCTACATCTGTGTGGTGGGAGATAGAGGTTCAGCCTTAGGGAGGCTGCATTTTGGAGCTGGGACTCAGCTGATTGTCATACCTGACATCCAGAACCCAGAACCTGCTGTGTAC</a:t>
                      </a:r>
                    </a:p>
                  </a:txBody>
                  <a:tcPr marL="9525" marR="9525" marT="9525" marB="0" anchor="ctr">
                    <a:lnL w="381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TRAV11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kumimoji="0" lang="zh-CN" altLang="en-US" sz="2000" b="1" i="0" u="none" strike="noStrike" kern="0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TRAJ18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altLang="zh-CN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341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1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1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Alpha</a:t>
                      </a:r>
                      <a:endParaRPr kumimoji="0" lang="en-US" altLang="zh-CN" sz="21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solidFill>
                      <a:srgbClr val="C329A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CAASASSGSWQLIF</a:t>
                      </a:r>
                    </a:p>
                  </a:txBody>
                  <a:tcPr marL="9525" marR="9525" marT="9525" marB="0" anchor="ctr">
                    <a:lnR w="381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200" b="0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TCCCTGGGGAAGGCCCTGCTCTCCTGATAGCCATACGTTCAGTGTCCGATAAAAAGGAAGATGGACGATTCACAATCTTCTTCAATAAAAGGGAGAAAAATCTCTCCTTGCACATCAAAGACTCTCAGCCTGGAGACTCAGCCACCTACTTCTGTGCAGCAAGTGCATCTTCTGGCAGCTGGCAACTCATCTTTGGATCTGGAACCCAACTGACAGTTATGCCTGACATCCAGAACCCAGAACCTGCTGTGTAC</a:t>
                      </a:r>
                    </a:p>
                  </a:txBody>
                  <a:tcPr marL="9525" marR="9525" marT="9525" marB="0" anchor="ctr">
                    <a:lnL w="381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TRAV14N-3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kumimoji="0" lang="zh-CN" altLang="en-US" sz="2000" b="1" i="0" u="none" strike="noStrike" kern="0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TRAJ22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altLang="zh-CN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268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1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1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Alpha</a:t>
                      </a:r>
                      <a:endParaRPr kumimoji="0" lang="en-US" altLang="zh-CN" sz="21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solidFill>
                      <a:srgbClr val="C329A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CAIDHDSGYNKLTF</a:t>
                      </a:r>
                    </a:p>
                  </a:txBody>
                  <a:tcPr marL="9525" marR="9525" marT="9525" marB="0" anchor="ctr">
                    <a:lnR w="381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2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TCCTGGGGGAAGACTCGTCAGCCTGTTGTCCAATCCTTCTGGGACAAAGCACACTGGAAGACTGACATCCACCACAGTCACTAAGGAACGTCGCAGCTCTTTGCACATTTCCTCCTCCCAGACAACAGACTCAGGCACTTATCTCTGTGCTATAGATCATGACTCGGGATACAACAAACTCACTTTTGGAAAGGGCACGGTGCTTCTAGTCTCTCCAGACATCCAGAACCCAGAACCTGCTGTGTAC</a:t>
                      </a:r>
                    </a:p>
                  </a:txBody>
                  <a:tcPr marL="9525" marR="9525" marT="9525" marB="0" anchor="ctr">
                    <a:lnL w="381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TRAV13D-2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kumimoji="0" lang="zh-CN" altLang="en-US" sz="2000" b="1" i="0" u="none" strike="noStrike" kern="0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TRAJ11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altLang="zh-CN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242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1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1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Alpha</a:t>
                      </a:r>
                      <a:endParaRPr kumimoji="0" lang="en-US" altLang="zh-CN" sz="21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solidFill>
                      <a:srgbClr val="C329A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CVVGDRGSALGRLHF</a:t>
                      </a:r>
                    </a:p>
                  </a:txBody>
                  <a:tcPr marL="9525" marR="9525" marT="9525" marB="0" anchor="ctr">
                    <a:lnR w="381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200" b="0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CACAGGCAAAGGTCTTGTGTCCCTGACAGTCCTGGTTGACCAAAAAGACAAAACGTCAAATGGGAGATACTCAGCAACTCTGGATAAAGATGCTAAGCACAGCACGCTGCACATCACAGCCACCCTGCTGGATGACACTGCCACCTACATCTGTGTGGTGGGTGATAGAGGTTCAGCCTTAGGGAGGCTGCATTTTGGAGCTGGGACTCAGCTGATTGTCATACCTGACATCCAGAACCCAGAACCTGCTGTGTAC</a:t>
                      </a:r>
                    </a:p>
                  </a:txBody>
                  <a:tcPr marL="9525" marR="9525" marT="9525" marB="0" anchor="ctr">
                    <a:lnL w="381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TRAV11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kumimoji="0" lang="zh-CN" altLang="en-US" sz="2000" b="1" i="0" u="none" strike="noStrike" kern="0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TRAJ18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altLang="zh-CN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241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1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1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Alpha</a:t>
                      </a:r>
                      <a:endParaRPr kumimoji="0" lang="en-US" altLang="zh-CN" sz="21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solidFill>
                      <a:srgbClr val="C329A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CAVPLPGTGSNRLTF</a:t>
                      </a:r>
                    </a:p>
                  </a:txBody>
                  <a:tcPr marL="9525" marR="9525" marT="9525" marB="0" anchor="ctr">
                    <a:lnR w="381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200" b="0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TACCCGCGGCAGGGGCTGCAGCTGCTCCTCAAGTACTATCCAGGAGACCCAGTGGTTCAAGGAGTGAATGGCTTTGAGGCTGAGTTCAGCAAGAGTAACTCTTCCTTCCACCTGCGGAAAGCCTCTGTGCACTGGAGCGACTGGGCTGTGTACTTCTGTGCTGTGCCGCTACCAGGCACTGGGAGTAACAGGCTCACTTTTGGGAAAGGCACCAAATTCTCACTCATCCCGAACATCCAGAACCCAGAACCTGCTGTGTAC</a:t>
                      </a:r>
                    </a:p>
                  </a:txBody>
                  <a:tcPr marL="9525" marR="9525" marT="9525" marB="0" anchor="ctr">
                    <a:lnL w="381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TRAV9D-3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kumimoji="0" lang="zh-CN" altLang="en-US" sz="2000" b="1" i="0" u="none" strike="noStrike" kern="0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TRAJ28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altLang="zh-CN" sz="2000" b="1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219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1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1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Alpha</a:t>
                      </a:r>
                    </a:p>
                  </a:txBody>
                  <a:tcPr marL="50800" marR="50800" marT="50800" marB="50800" anchor="ctr" horzOverflow="overflow">
                    <a:solidFill>
                      <a:srgbClr val="C329A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CALSDRIYQGGRALIF</a:t>
                      </a:r>
                    </a:p>
                  </a:txBody>
                  <a:tcPr marL="9525" marR="9525" marT="9525" marB="0" anchor="ctr">
                    <a:lnR w="381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2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TCTCAATGAATCCCCTCGGCTACTCCTGAAGAGCTTCACAGACAACAAGAGGACCGAGCACCAAGGGTTCCACGCCACTCTCCATAAGAGCAGCAGCTCCTTCCATCTGCAGAAGTCCTCAGCGCAGCTGTCAGACTCTGCCCTGTACTACTGTGCTCTGAGTGATCGGATCTACCAGGGAGGCAGAGCTCTGATATTTGGAACAGGAACCACGGTATCAGTCAGCCCCAACATCCAGAACCCAGAACCTGCTGTGTAC</a:t>
                      </a:r>
                    </a:p>
                  </a:txBody>
                  <a:tcPr marL="9525" marR="9525" marT="9525" marB="0" anchor="ctr">
                    <a:lnL w="381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TRAV12D-3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kumimoji="0" lang="zh-CN" altLang="en-US" sz="2000" b="1" i="0" u="none" strike="noStrike" kern="0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TRAJ15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altLang="zh-CN" sz="2000" b="1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217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1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9</a:t>
                      </a: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1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Alpha</a:t>
                      </a:r>
                    </a:p>
                  </a:txBody>
                  <a:tcPr marL="50800" marR="50800" marT="50800" marB="50800" anchor="ctr" horzOverflow="overflow">
                    <a:solidFill>
                      <a:srgbClr val="C329A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CALPSNMGYKLTF</a:t>
                      </a:r>
                    </a:p>
                  </a:txBody>
                  <a:tcPr marL="9525" marR="9525" marT="9525" marB="0" anchor="ctr">
                    <a:lnR w="381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2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TCTCAATGAATCCCCTCGGCTACTCCTGAAGAGCTTCACAGACAACAAGAGGACCGAGCACCAAGGGTTCCACGCCACTCTCCATAAGAGCAGCAGCTCCTTCCATCTGCAGAAGTCCTCAGCGCAGCTGTCAGACTCTGCCCTGTACTACTGTGCTCTCCCTAGCAACATGGGCTACAAACTTACCTTCGGGACAGGAACAAGCTTGTTGGTTGATCCAAACATCCAGAACCCAGAACCTGCTGTGTAC</a:t>
                      </a:r>
                    </a:p>
                  </a:txBody>
                  <a:tcPr marL="9525" marR="9525" marT="9525" marB="0" anchor="ctr">
                    <a:lnL w="381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TRAV12D-3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kumimoji="0" lang="zh-CN" altLang="en-US" sz="2000" b="1" i="0" u="none" strike="noStrike" kern="0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TRAJ9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altLang="zh-CN" sz="2000" b="1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159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1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10</a:t>
                      </a: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1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Alpha</a:t>
                      </a:r>
                    </a:p>
                  </a:txBody>
                  <a:tcPr marL="50800" marR="50800" marT="50800" marB="50800" anchor="ctr" horzOverflow="overflow">
                    <a:solidFill>
                      <a:srgbClr val="C329A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CAVSMDNYAQGLTF</a:t>
                      </a:r>
                    </a:p>
                  </a:txBody>
                  <a:tcPr marL="9525" marR="9525" marT="9525" marB="0" anchor="ctr">
                    <a:lnR w="381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2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TACCCGCGGCAGGGGCTGCAGCTGCTCCTCAAGTACTATCCAGGAGACCCAGTGGTTCAAGGAGTGAATGGCTTTGAGGCTGAGTTCAGCAAGAGTAACTCTTCCTTCCACCTGCGGAAAGCCTCTGTGCACTGGAGCGACTGGGCTGTGTACTTCTGTGCTGTGAGCATGGATAACTATGCCCAGGGATTAACCTTCGGTCTTGGCACCAGAGTATCTGTGTTTCCCTACATCCAGAACCCAGAACCTGCTGTGTAC</a:t>
                      </a:r>
                    </a:p>
                  </a:txBody>
                  <a:tcPr marL="9525" marR="9525" marT="9525" marB="0" anchor="ctr">
                    <a:lnL w="381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TRAV9N-3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kumimoji="0" lang="zh-CN" altLang="en-US" sz="2000" b="1" i="0" u="none" strike="noStrike" kern="0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TRAJ26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altLang="zh-CN" sz="2000" b="1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127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pic>
        <p:nvPicPr>
          <p:cNvPr id="164" name="SL_03_NH_LLM_CD4T__TRA.png">
            <a:extLst>
              <a:ext uri="{FF2B5EF4-FFF2-40B4-BE49-F238E27FC236}">
                <a16:creationId xmlns:a16="http://schemas.microsoft.com/office/drawing/2014/main" id="{AF8DBC65-8F10-D232-44CC-0961C5008B9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09518" y="1640875"/>
            <a:ext cx="4139490" cy="413949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65" name="SL_03_NH_LLM_CD4T__TRB.png">
            <a:extLst>
              <a:ext uri="{FF2B5EF4-FFF2-40B4-BE49-F238E27FC236}">
                <a16:creationId xmlns:a16="http://schemas.microsoft.com/office/drawing/2014/main" id="{526C74E9-9894-C417-614B-BEA464419338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28652" y="1640875"/>
            <a:ext cx="4139490" cy="413949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66" name="SL_03_NH_LLM_CD4T__TRB">
            <a:extLst>
              <a:ext uri="{FF2B5EF4-FFF2-40B4-BE49-F238E27FC236}">
                <a16:creationId xmlns:a16="http://schemas.microsoft.com/office/drawing/2014/main" id="{A218D514-6FA8-304E-5C68-D0A18AFAA2B5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6422320" y="611399"/>
            <a:ext cx="4352153" cy="471924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r>
              <a:rPr lang="it-IT" altLang="zh-CN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SL_03_NH_LLM_CD8C__TRB</a:t>
            </a:r>
          </a:p>
        </p:txBody>
      </p:sp>
      <p:sp>
        <p:nvSpPr>
          <p:cNvPr id="167" name="SL_03_NH_LLM_CD4T__TRA">
            <a:extLst>
              <a:ext uri="{FF2B5EF4-FFF2-40B4-BE49-F238E27FC236}">
                <a16:creationId xmlns:a16="http://schemas.microsoft.com/office/drawing/2014/main" id="{421A08B9-58B3-6311-2BB4-944D68863C86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503187" y="611399"/>
            <a:ext cx="4352153" cy="471924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r>
              <a:rPr lang="it-IT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SL_03_NH_LLM_CD8C__TRA</a:t>
            </a:r>
            <a:endParaRPr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1800774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78FB2B-1FEC-6FE6-48E3-5E8A93D95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3" name="Table">
            <a:extLst>
              <a:ext uri="{FF2B5EF4-FFF2-40B4-BE49-F238E27FC236}">
                <a16:creationId xmlns:a16="http://schemas.microsoft.com/office/drawing/2014/main" id="{17BC7E9A-93C7-21E2-9AAA-2AA46CC8462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98454831"/>
              </p:ext>
            </p:extLst>
          </p:nvPr>
        </p:nvGraphicFramePr>
        <p:xfrm>
          <a:off x="709295" y="6047105"/>
          <a:ext cx="22381841" cy="6231890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1365437">
                  <a:extLst>
                    <a:ext uri="{9D8B030D-6E8A-4147-A177-3AD203B41FA5}">
                      <a16:colId xmlns:a16="http://schemas.microsoft.com/office/drawing/2014/main" val="4237338057"/>
                    </a:ext>
                  </a:extLst>
                </a:gridCol>
                <a:gridCol w="13654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13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436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54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484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654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6484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6543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ct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 b="0"/>
                      </a:pPr>
                      <a:r>
                        <a:rPr lang="en-US" altLang="zh-CN" sz="24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index</a:t>
                      </a:r>
                      <a:endParaRPr sz="2400" b="0" i="0" u="none" strike="noStrike" cap="none" spc="0" baseline="0" dirty="0"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 b="0"/>
                      </a:pPr>
                      <a:r>
                        <a:rPr lang="en-US" altLang="zh-CN" sz="24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Chain</a:t>
                      </a:r>
                      <a:endParaRPr sz="2400" b="0" i="0" u="none" strike="noStrike" cap="none" spc="0" baseline="0" dirty="0"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marL="0" marR="0" indent="0" algn="ct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 b="0"/>
                      </a:pPr>
                      <a:r>
                        <a:rPr sz="24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CDR3(pep)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marL="0" marR="0" indent="0" algn="ct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 b="0"/>
                      </a:pPr>
                      <a:r>
                        <a:rPr sz="2400" b="0" i="0" u="none" strike="noStrike" cap="none" spc="0" baseline="0" dirty="0" err="1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joinedSeq</a:t>
                      </a:r>
                      <a:endParaRPr sz="2400" b="0" i="0" u="none" strike="noStrike" cap="none" spc="0" baseline="0" dirty="0"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marL="0" marR="0" indent="0" algn="ct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 b="0"/>
                      </a:pPr>
                      <a:r>
                        <a:rPr sz="2400" b="0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V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marL="0" marR="0" indent="0" algn="ct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 b="0"/>
                      </a:pPr>
                      <a:r>
                        <a:rPr sz="24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D</a:t>
                      </a:r>
                    </a:p>
                  </a:txBody>
                  <a:tcPr marL="63500" marR="63500" marT="0" marB="0" anchor="ctr" horzOverflow="overflow"/>
                </a:tc>
                <a:tc>
                  <a:txBody>
                    <a:bodyPr/>
                    <a:lstStyle/>
                    <a:p>
                      <a:pPr marL="0" marR="0" indent="0" algn="ct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 b="0"/>
                      </a:pPr>
                      <a:r>
                        <a:rPr sz="2400" b="0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J</a:t>
                      </a:r>
                    </a:p>
                  </a:txBody>
                  <a:tcPr marL="63500" marR="63500" marT="0" marB="0" anchor="ctr" horzOverflow="overflow"/>
                </a:tc>
                <a:tc>
                  <a:txBody>
                    <a:bodyPr/>
                    <a:lstStyle/>
                    <a:p>
                      <a:pPr marL="0" marR="0" indent="0" algn="ct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 b="0"/>
                      </a:pPr>
                      <a:r>
                        <a:rPr sz="2400" b="0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</a:t>
                      </a:r>
                    </a:p>
                  </a:txBody>
                  <a:tcPr marL="63500" marR="63500" marT="0" marB="0" anchor="ctr" horzOverflow="overflow"/>
                </a:tc>
                <a:tc>
                  <a:txBody>
                    <a:bodyPr/>
                    <a:lstStyle/>
                    <a:p>
                      <a:pPr marL="0" marR="0" indent="0" algn="ct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 b="0"/>
                      </a:pPr>
                      <a:r>
                        <a:rPr sz="24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copy</a:t>
                      </a:r>
                    </a:p>
                  </a:txBody>
                  <a:tcPr marL="63500" marR="63500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82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0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Beta</a:t>
                      </a:r>
                      <a:endParaRPr kumimoji="0" lang="en-US" altLang="zh-CN" sz="20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solidFill>
                      <a:srgbClr val="48CA5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CASSPGQGNTLYF</a:t>
                      </a:r>
                    </a:p>
                  </a:txBody>
                  <a:tcPr marL="9525" marR="9525" marT="9525" marB="0" anchor="ctr">
                    <a:lnR w="381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2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ATCAACAGACTCAGGGGCAGGAACTAAAGTTCTTCATTCAGCATTATGATAAAATGGAGAGAGATAAAGGAAACCTGCCCAGCAGATTCTCAGTCCAACAGTTTGATGACTATCACTCTGAGATGAACATGAGTGCCTTGGAGCTAGAGGACTCTGCCGTGTACTTCTGTGCCAGCTCTCCGGGACAGGGGAACACCTTGTACTTTGGTGCGGGCACCCGACTATCGGTGCTAGAGGATCTGAGAAATGTGACTCCACCCAAGGT</a:t>
                      </a:r>
                    </a:p>
                  </a:txBody>
                  <a:tcPr marL="9525" marR="9525" marT="9525" marB="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TRBV12-2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TRBD1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TRBJ2-4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TRBC2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altLang="zh-CN" sz="2000" b="1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1255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55261531"/>
                  </a:ext>
                </a:extLst>
              </a:tr>
              <a:tr h="18782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0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Beta</a:t>
                      </a:r>
                      <a:endParaRPr kumimoji="0" lang="en-US" altLang="zh-CN" sz="20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solidFill>
                      <a:srgbClr val="48CA5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CASSLGTGGSQNTLYF</a:t>
                      </a:r>
                    </a:p>
                  </a:txBody>
                  <a:tcPr marL="9525" marR="9525" marT="9525" marB="0" anchor="ctr">
                    <a:lnR w="381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2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ATCAACAGACTCAGGGGCAGGAACTAAAGTTCTTCATTCAGCATTATGATAAAATGGAGAGAGATAAAGGAAACCTGCCCAGCAGATTCTCAGTCCAACAGTTTGATGACTATCACTCTGAGATGAACATGAGTGCCTTGGAGCTAGAGGACTCTGCCGTGTACTTCTGTGCCAGCTCTCTCGGGACTGGGGGTAGTCAAAACACCTTGTACTTTGGTGCGGGCACCCGACTATCGGTGCTAGAGGATCTGAGAAATGTGACTCCACCCAAGGT</a:t>
                      </a:r>
                    </a:p>
                  </a:txBody>
                  <a:tcPr marL="9525" marR="9525" marT="9525" marB="0" anchor="ctr">
                    <a:lnL w="381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TRBV12-2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TRBD2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TRBJ2-4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TRBC2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altLang="zh-CN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80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782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0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Beta</a:t>
                      </a:r>
                      <a:endParaRPr kumimoji="0" lang="en-US" altLang="zh-CN" sz="20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solidFill>
                      <a:srgbClr val="48CA5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CASSPETNSDYTF</a:t>
                      </a:r>
                    </a:p>
                  </a:txBody>
                  <a:tcPr marL="9525" marR="9525" marT="9525" marB="0" anchor="ctr">
                    <a:lnR w="381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2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AAACAGATTTTAGGACAGCAGATGGAGTTTCTGGTTAATTTCTACAATGGTAAAGTCATGGAGAAGTCTAAACTGTTTAAGGATCAGTTTTCAGTTGAAAGACCAGATGGTTCATATTTCACTCTGAAAATCCAACCCACAGCACTGGAGGACTCAGCTGTGTACTTCTGTGCCAGCAGCCCGGAAACAAACTCCGACTACACCTTCGGCTCAGGGACCAGGCTTTTGGTAATAGAGGATCTGAGAAATGTGACTCCACCCAAGGT</a:t>
                      </a:r>
                    </a:p>
                  </a:txBody>
                  <a:tcPr marL="9525" marR="9525" marT="9525" marB="0" anchor="ctr">
                    <a:lnL w="381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TRBV3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kumimoji="0" lang="zh-CN" altLang="en-US" sz="2000" b="1" i="0" u="none" strike="noStrike" kern="0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TRBJ1-2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TRBC2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altLang="zh-CN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79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782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0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Beta</a:t>
                      </a:r>
                      <a:endParaRPr kumimoji="0" lang="en-US" altLang="zh-CN" sz="20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solidFill>
                      <a:srgbClr val="48CA5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CASSPGQGNTLYF</a:t>
                      </a:r>
                    </a:p>
                  </a:txBody>
                  <a:tcPr marL="9525" marR="9525" marT="9525" marB="0" anchor="ctr">
                    <a:lnR w="381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200" b="0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ATCAACAGACTCAGGGGCAGGAACTAAAGTTCTTCATTCAGCATTATGATAAAATGGAGAGAGATAAAGGAAACCTGCCCAGCAGATTCTCAGTCCAACAGTTTGATGACTATCACTCTGAGATGAACATGAGTGCCTTGGAGCTAGAGGACTCTGCCGTGTACTTCTGTGCCAGCTCTCCGGGACAGGGGAACACCTTGTACTTTGGTGCGGGCACCCGACTATCGGTGCTAGAGGATCTGAGAAATGTGACTCCACCCAAGGTGGT</a:t>
                      </a:r>
                    </a:p>
                  </a:txBody>
                  <a:tcPr marL="9525" marR="9525" marT="9525" marB="0" anchor="ctr">
                    <a:lnL w="381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TRBV12-2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TRBD1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TRBJ2-4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TRBC2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altLang="zh-CN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76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782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0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Beta</a:t>
                      </a:r>
                      <a:endParaRPr kumimoji="0" lang="en-US" altLang="zh-CN" sz="20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solidFill>
                      <a:srgbClr val="48CA5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CAWSLPGGRTEVFF</a:t>
                      </a:r>
                    </a:p>
                  </a:txBody>
                  <a:tcPr marL="9525" marR="9525" marT="9525" marB="0" anchor="ctr">
                    <a:lnR w="381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200" b="0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ACTGGCAGGCCACAGGAGGCACCCTCCAGCAACTCTTCTACTCTATTACTGTTGGCCAGGTAGAGTCGGTGGTGCAACTGAACCTCTCAGCTTCCAGGCCGAAGGACGACCAATTCATCCTAAGCACGGAGAAGCTGCTTCTCAGCCACTCTGGCTTCTACCTCTGTGCCTGGAGTCTACCAGGGGGGAGGACAGAAGTCTTCTTTGGTAAAGGAACCAGACTCACAGTTGTAGAGGATCTGAGAAATGTGACTCCACCCAAGGT</a:t>
                      </a:r>
                    </a:p>
                  </a:txBody>
                  <a:tcPr marL="9525" marR="9525" marT="9525" marB="0" anchor="ctr">
                    <a:lnL w="381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TRBV31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TRBD1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TRBJ1-1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TRBC2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altLang="zh-CN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65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782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0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Beta</a:t>
                      </a:r>
                      <a:endParaRPr kumimoji="0" lang="en-US" altLang="zh-CN" sz="20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solidFill>
                      <a:srgbClr val="48CA5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CASSPPDIANSDYTF</a:t>
                      </a:r>
                    </a:p>
                  </a:txBody>
                  <a:tcPr marL="9525" marR="9525" marT="9525" marB="0" anchor="ctr">
                    <a:lnR w="381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200" b="0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CAGCAGACTCTGGGGAAGGAATTAAAGTTCCTTATTCAGCATTATGAAAAGGTGGAGAGAGACAAAGGATTCCTACCCAGCAGATTCTCAGTCCAACAGTTTGATGACTATCACTCTGAAATGAACATGAGTGCCTTGGAACTGGAGGACTCTGCTATGTACTTCTGTGCCAGCTCTCCCCCGGACATTGCAAACTCCGACTACACCTTCGGCTCAGGGACCAGGCTTTTGGTAATAGAGGATCTGAGAAATGTGACTCCACCCAAGGT</a:t>
                      </a:r>
                    </a:p>
                  </a:txBody>
                  <a:tcPr marL="9525" marR="9525" marT="9525" marB="0" anchor="ctr">
                    <a:lnL w="381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TRBV12-1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kumimoji="0" lang="zh-CN" altLang="en-US" sz="2000" b="1" i="0" u="none" strike="noStrike" kern="0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TRBJ1-2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TRBC2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altLang="zh-CN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65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782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0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Beta</a:t>
                      </a:r>
                      <a:endParaRPr kumimoji="0" lang="en-US" altLang="zh-CN" sz="20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solidFill>
                      <a:srgbClr val="48CA5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CASSITLANTEVFF</a:t>
                      </a:r>
                    </a:p>
                  </a:txBody>
                  <a:tcPr marL="9525" marR="9525" marT="9525" marB="0" anchor="ctr">
                    <a:lnR w="381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2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ACCGACAGGATTCAGGGAAAGGATTGAGACTGATCTACTATTCAATAACTGAAAACGATCTTCAAAAAGGCGATCTATCTGAAGGCTATGATGCGTCTCGAGAGAAGAAGTCATCTTTTTCTCTCACTGTGACATCTGCCCAGAAGAACGAGATGGCCGTTTTTCTCTGTGCCAGCAGTATAACACTTGCAAACACAGAAGTCTTCTTTGGTAAAGGAACCAGACTCACAGTTGTAGAGGATCTGAGAAATGTGACTCCACCCAAGGT</a:t>
                      </a:r>
                    </a:p>
                  </a:txBody>
                  <a:tcPr marL="9525" marR="9525" marT="9525" marB="0" anchor="ctr">
                    <a:lnL w="381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TRBV19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kumimoji="0" lang="zh-CN" altLang="en-US" sz="2000" b="1" i="0" u="none" strike="noStrike" kern="0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TRBJ1-1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TRBC2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altLang="zh-CN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62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782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0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Beta</a:t>
                      </a:r>
                      <a:endParaRPr kumimoji="0" lang="en-US" altLang="zh-CN" sz="20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solidFill>
                      <a:srgbClr val="48CA5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CAWSLPGGRTEVFF</a:t>
                      </a:r>
                    </a:p>
                  </a:txBody>
                  <a:tcPr marL="9525" marR="9525" marT="9525" marB="0" anchor="ctr">
                    <a:lnR w="381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2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ACTGGCAGGCCACAGGAGGCACCCTCCAGCAACTCTTCTACTCTATTACTGTTGGCCAGGTAGAGTCGGTGGTGCAACTGAACCTCTCAGCTTCCAGGCCGAAGGACGACCAATTCATCCTAAGCACGGAGAAGCTGCTTCTCAGCCACTCTGGCTTCTACCTCTGTGCCTGGAGTCTACCAGGGGGGAGGACAGAAGTCTTCTTTGGTAAAGGAACCAGACTCACAGTTGTAGGATTGCGGCTTTCCTATGCAAGCCACCACAGCTCTCTTACATCTCAGTGTAGGAGTGAATGTGGAACATCAGAGGATCTGAGAAATGTGACTCCACCCAAGGT</a:t>
                      </a:r>
                    </a:p>
                  </a:txBody>
                  <a:tcPr marL="9525" marR="9525" marT="9525" marB="0" anchor="ctr">
                    <a:lnL w="381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TRBV31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TRBD1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TRBJ1-1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TRBC2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altLang="zh-CN" sz="2000" b="1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50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414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9</a:t>
                      </a: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0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Beta</a:t>
                      </a:r>
                      <a:endParaRPr kumimoji="0" lang="en-US" altLang="zh-CN" sz="20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solidFill>
                      <a:srgbClr val="48CA5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CASSLYTLYF</a:t>
                      </a:r>
                    </a:p>
                  </a:txBody>
                  <a:tcPr marL="9525" marR="9525" marT="9525" marB="0" anchor="ctr">
                    <a:lnR w="381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2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ATCAACAGACTCAGGGGCAGGAACTAAAGTTCTTCATTCAGCATTATGATAAAATGGAGAGAGATAAAGGAAACCTGCCCAGCAGATTCTCAGTCCAACAGTTTGATGACTATCACTCTGAGATGAACATGAGTGCCTTGGAGCTAGAGGACTCTGCCGTGTACTTCTGTGCCAGCTCTCTCTACACCTTGTACTTTGGTGCGGGCACCCGACTATCGGTGCTAGAGGATCTGAGAAATGTGACTCCACCCAAGGT</a:t>
                      </a:r>
                    </a:p>
                  </a:txBody>
                  <a:tcPr marL="9525" marR="9525" marT="9525" marB="0" anchor="ctr">
                    <a:lnL w="381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TRBV12-2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kumimoji="0" lang="zh-CN" altLang="en-US" sz="2000" b="1" i="0" u="none" strike="noStrike" kern="0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TRBJ2-4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TRBC2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altLang="zh-CN" sz="2000" b="1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49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414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10</a:t>
                      </a: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Beta</a:t>
                      </a:r>
                    </a:p>
                  </a:txBody>
                  <a:tcPr marL="50800" marR="50800" marT="50800" marB="50800" anchor="ctr" horzOverflow="overflow">
                    <a:solidFill>
                      <a:srgbClr val="48CA5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CASTPGLGHSAETLYF</a:t>
                      </a:r>
                    </a:p>
                  </a:txBody>
                  <a:tcPr marL="9525" marR="9525" marT="9525" marB="0" anchor="ctr">
                    <a:lnR w="381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2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CGACAAGACCCTGGTCTGGGGCTACAGCTGATTTATATCTCATACGATGTTGATAGTAACAGCGAAGGAGACATCCCTAAAGGATACAGGGTCTCACGGAAGAAGCGGGAGCATTTCTCCCTGATTCTGGATTCTGCTAAAACAAACCAGACATCTGTGTACTTCTGTGCTAGCACTCCGGGACTGGGGCATAGTGCAGAAACGCTGTATTTTGGCTCAGGAACCAGACTGACTGTTCTCGAGGATCTGAGAAATGTGACTCCACCCAAGGT</a:t>
                      </a:r>
                    </a:p>
                  </a:txBody>
                  <a:tcPr marL="9525" marR="9525" marT="9525" marB="0" anchor="ctr">
                    <a:lnL w="381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TRBV29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TRBD2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TRBJ2-3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TRBC2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altLang="zh-CN" sz="2000" b="1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48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pic>
        <p:nvPicPr>
          <p:cNvPr id="2" name="SL_03_NH_LLM_CD4T__TRA.png">
            <a:extLst>
              <a:ext uri="{FF2B5EF4-FFF2-40B4-BE49-F238E27FC236}">
                <a16:creationId xmlns:a16="http://schemas.microsoft.com/office/drawing/2014/main" id="{9CCBFCBD-8160-F810-15EC-ABDF70096473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09518" y="1640875"/>
            <a:ext cx="4139490" cy="413949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" name="SL_03_NH_LLM_CD4T__TRB.png">
            <a:extLst>
              <a:ext uri="{FF2B5EF4-FFF2-40B4-BE49-F238E27FC236}">
                <a16:creationId xmlns:a16="http://schemas.microsoft.com/office/drawing/2014/main" id="{A8E39BE3-E3F7-EAB9-2594-8BCAB5EB455C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28652" y="1640875"/>
            <a:ext cx="4139490" cy="413949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" name="SL_03_NH_LLM_CD4T__TRB">
            <a:extLst>
              <a:ext uri="{FF2B5EF4-FFF2-40B4-BE49-F238E27FC236}">
                <a16:creationId xmlns:a16="http://schemas.microsoft.com/office/drawing/2014/main" id="{0C005D47-C398-6010-7A37-CB9A7E501F2C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6422320" y="611399"/>
            <a:ext cx="4352153" cy="471924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r>
              <a:rPr lang="it-IT" altLang="zh-CN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SL_03_NH_LLM_CD8C__TRB</a:t>
            </a:r>
          </a:p>
        </p:txBody>
      </p:sp>
      <p:sp>
        <p:nvSpPr>
          <p:cNvPr id="5" name="SL_03_NH_LLM_CD4T__TRA">
            <a:extLst>
              <a:ext uri="{FF2B5EF4-FFF2-40B4-BE49-F238E27FC236}">
                <a16:creationId xmlns:a16="http://schemas.microsoft.com/office/drawing/2014/main" id="{F7BE92D6-A230-ADBB-1C6B-8544A778ABFA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503187" y="611399"/>
            <a:ext cx="4352153" cy="471924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r>
              <a:rPr lang="it-IT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SL_03_NH_LLM_CD8C__TRA</a:t>
            </a:r>
            <a:endParaRPr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7528076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3323C30B-6D7F-32DB-F47C-958E0DC0E632}"/>
              </a:ext>
            </a:extLst>
          </p:cNvPr>
          <p:cNvSpPr>
            <a:spLocks noGrp="1"/>
          </p:cNvSpPr>
          <p:nvPr>
            <p:ph type="body" sz="half" idx="1"/>
          </p:nvPr>
        </p:nvSpPr>
        <p:spPr/>
        <p:txBody>
          <a:bodyPr/>
          <a:lstStyle/>
          <a:p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SHMYS_DXP_3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9134234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B4ADA-D5E7-E22C-5B87-8EB7A0A94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3" name="Table">
            <a:extLst>
              <a:ext uri="{FF2B5EF4-FFF2-40B4-BE49-F238E27FC236}">
                <a16:creationId xmlns:a16="http://schemas.microsoft.com/office/drawing/2014/main" id="{1D078522-B78E-8C40-C265-37B51737E2E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18135639"/>
              </p:ext>
            </p:extLst>
          </p:nvPr>
        </p:nvGraphicFramePr>
        <p:xfrm>
          <a:off x="709295" y="6047105"/>
          <a:ext cx="22381842" cy="5805170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1365437">
                  <a:extLst>
                    <a:ext uri="{9D8B030D-6E8A-4147-A177-3AD203B41FA5}">
                      <a16:colId xmlns:a16="http://schemas.microsoft.com/office/drawing/2014/main" val="3024232200"/>
                    </a:ext>
                  </a:extLst>
                </a:gridCol>
                <a:gridCol w="13654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13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436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54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484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654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6484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6543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ct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 b="0"/>
                      </a:pPr>
                      <a:r>
                        <a:rPr lang="en-US" altLang="zh-CN" sz="24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index</a:t>
                      </a:r>
                      <a:endParaRPr sz="2400" b="0" i="0" u="none" strike="noStrike" cap="none" spc="0" baseline="0" dirty="0"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 b="0"/>
                      </a:pPr>
                      <a:r>
                        <a:rPr lang="en-US" altLang="zh-CN" sz="24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Chain</a:t>
                      </a:r>
                      <a:endParaRPr sz="2400" b="0" i="0" u="none" strike="noStrike" cap="none" spc="0" baseline="0" dirty="0"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marL="0" marR="0" indent="0" algn="ct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 b="0"/>
                      </a:pPr>
                      <a:r>
                        <a:rPr sz="24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CDR3(pep)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marL="0" marR="0" indent="0" algn="ct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 b="0"/>
                      </a:pPr>
                      <a:r>
                        <a:rPr sz="2400" b="0" i="0" u="none" strike="noStrike" cap="none" spc="0" baseline="0" dirty="0" err="1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joinedSeq</a:t>
                      </a:r>
                      <a:endParaRPr sz="2400" b="0" i="0" u="none" strike="noStrike" cap="none" spc="0" baseline="0" dirty="0"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marL="0" marR="0" indent="0" algn="ct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 b="0"/>
                      </a:pPr>
                      <a:r>
                        <a:rPr sz="24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V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marL="0" marR="0" indent="0" algn="ct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 b="0"/>
                      </a:pPr>
                      <a:r>
                        <a:rPr sz="24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D</a:t>
                      </a:r>
                    </a:p>
                  </a:txBody>
                  <a:tcPr marL="63500" marR="63500" marT="0" marB="0" anchor="ctr" horzOverflow="overflow"/>
                </a:tc>
                <a:tc>
                  <a:txBody>
                    <a:bodyPr/>
                    <a:lstStyle/>
                    <a:p>
                      <a:pPr marL="0" marR="0" indent="0" algn="ct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 b="0"/>
                      </a:pPr>
                      <a:r>
                        <a:rPr sz="24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J</a:t>
                      </a:r>
                    </a:p>
                  </a:txBody>
                  <a:tcPr marL="63500" marR="63500" marT="0" marB="0" anchor="ctr" horzOverflow="overflow"/>
                </a:tc>
                <a:tc>
                  <a:txBody>
                    <a:bodyPr/>
                    <a:lstStyle/>
                    <a:p>
                      <a:pPr marL="0" marR="0" indent="0" algn="ct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 b="0"/>
                      </a:pPr>
                      <a:r>
                        <a:rPr sz="24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</a:t>
                      </a:r>
                    </a:p>
                  </a:txBody>
                  <a:tcPr marL="63500" marR="63500" marT="0" marB="0" anchor="ctr" horzOverflow="overflow"/>
                </a:tc>
                <a:tc>
                  <a:txBody>
                    <a:bodyPr/>
                    <a:lstStyle/>
                    <a:p>
                      <a:pPr marL="0" marR="0" indent="0" algn="ct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 b="0"/>
                      </a:pPr>
                      <a:r>
                        <a:rPr sz="24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copy</a:t>
                      </a:r>
                    </a:p>
                  </a:txBody>
                  <a:tcPr marL="63500" marR="63500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0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0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Alpha</a:t>
                      </a:r>
                      <a:endParaRPr kumimoji="0" lang="en-US" altLang="zh-CN" sz="20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solidFill>
                      <a:srgbClr val="C329A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CAAEATGYQNFYF</a:t>
                      </a:r>
                    </a:p>
                  </a:txBody>
                  <a:tcPr marL="9525" marR="9525" marT="9525" marB="0" anchor="ctr">
                    <a:lnR w="381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GTGACTGGAGTTCAGACGTGTGCTCTTCCGATCTAAAATTCCAGGGGCAGCCTCATCAATCTTTTTTACCTGGTTCCAGGAACAAAGGAGAATGGGAGGTTAAAGTCAGCATTCGATTCTAAGGAGAGCTACAGCACCCTGCACATCAGGGATGCCCAGCTGGAGGACTCAGGCACTTACTTCTGTGCTGCTGAGGCCACGGGTTACCAGAACTTCTATTTTGGGAAAGGAACAAGTTTGACTGTCATTCCAAACATCCAGAACCCAGAACCTGCTGTGTAC</a:t>
                      </a:r>
                    </a:p>
                  </a:txBody>
                  <a:tcPr marL="9525" marR="9525" marT="9525" marB="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TRAV4-3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2000" b="1" i="0" u="none" strike="noStrike" cap="none" spc="0" baseline="0"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TRAJ49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20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10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55261531"/>
                  </a:ext>
                </a:extLst>
              </a:tr>
              <a:tr h="1790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0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Alpha</a:t>
                      </a:r>
                      <a:endParaRPr kumimoji="0" lang="en-US" altLang="zh-CN" sz="20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solidFill>
                      <a:srgbClr val="C329A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CAVDNYAQGLTF</a:t>
                      </a:r>
                    </a:p>
                  </a:txBody>
                  <a:tcPr marL="9525" marR="9525" marT="9525" marB="0" anchor="ctr">
                    <a:lnR w="381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CAAGTGACTGGAGTTCAGACGTGTGCTCTTCCGATCTGGGGGCAGGTCTTCAGTTGCTTATGAAGGTTTTCTCAAGTACGGAAATAAACGAAGGACAAGGATTCACTGTCCTACTGAACAAGAAAGACAAACAACTCTCTCTGAACCTCACAGCTGCCCATCCTGGGGACTCAGCCGTGTACTTCTGCGCAGTCGATAACTATGCCCAGGGATTAACCTTCGGTCTTGGCACCAGAGTATCTGTGTTTCCCTACATCCAGAACCCAGAACCTGCTGTGTAC</a:t>
                      </a:r>
                    </a:p>
                  </a:txBody>
                  <a:tcPr marL="9525" marR="9525" marT="9525" marB="0" anchor="ctr">
                    <a:lnL w="381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TRAV3D-3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2000" b="1" i="0" u="none" strike="noStrike" cap="none" spc="0" baseline="0" dirty="0"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TRAJ26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20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10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90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0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Alpha</a:t>
                      </a:r>
                      <a:endParaRPr kumimoji="0" lang="en-US" altLang="zh-CN" sz="20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solidFill>
                      <a:srgbClr val="C329A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CILMPAPNTNKVVF</a:t>
                      </a:r>
                    </a:p>
                  </a:txBody>
                  <a:tcPr marL="9525" marR="9525" marT="9525" marB="0" anchor="ctr">
                    <a:lnR w="381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TGGAGTTCAGACGTGTGCTCTTCCGATCTTTTGTTCCTCTTCAGGGTCCAGAATATGTGACTCACGGTCTACAACAAAATACAACCAATAGTATGGCTTTCCTGGCTATTGCCTCTGACAGAAAGTCAAGCACCTTGATCCTGCCTCATGTCAGCCTGAGAGACGCGGCTGTGTACCACTGTATCCTGATGCCGGCTCCCAATACCAACAAAGTCGTCTTTGGAACAGGGACCAGATTACAAGTATTACCAAACATCCAGAACCCAGAACCTGCTGTGTAC</a:t>
                      </a:r>
                    </a:p>
                  </a:txBody>
                  <a:tcPr marL="9525" marR="9525" marT="9525" marB="0" anchor="ctr">
                    <a:lnL w="381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TRAV21/DV12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2000" b="1" i="0" u="none" strike="noStrike" cap="none" spc="0" baseline="0"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TRAJ34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20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9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90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0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Alpha</a:t>
                      </a:r>
                      <a:endParaRPr kumimoji="0" lang="en-US" altLang="zh-CN" sz="20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solidFill>
                      <a:srgbClr val="C329A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CALSMRDYAQGLTF</a:t>
                      </a:r>
                    </a:p>
                  </a:txBody>
                  <a:tcPr marL="9525" marR="9525" marT="9525" marB="0" anchor="ctr">
                    <a:lnR w="381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AGACGTGTGCTCTTCCGATCTAAATACCCGCGGCAGGGGCTGCAGCTGCTCCTCAAGTACTATTCAGGAGACCCAGTGGTTCAAGGAGTGAACAGCTTCGAGGCTGAGTTCAGCAAGAGTAACTCTTCCTTCCACCTGCAGAAAGCCTCTGTGCACTGGAGCGACTCGGCTGTGTACTTCTGTGCTCTGAGCATGAGAGACTATGCCCAGGGATTAACCTTCGGTCTTGGCACCAGAGTATCTGTGTTTCCCTACATCCAGAACCCAGAACCTGCTGTGTAC</a:t>
                      </a:r>
                    </a:p>
                  </a:txBody>
                  <a:tcPr marL="9525" marR="9525" marT="9525" marB="0" anchor="ctr">
                    <a:lnL w="381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TRAV9N-4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2000" b="1" i="0" u="none" strike="noStrike" cap="none" spc="0" baseline="0"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TRAJ26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20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9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90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0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Alpha</a:t>
                      </a:r>
                      <a:endParaRPr kumimoji="0" lang="en-US" altLang="zh-CN" sz="20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solidFill>
                      <a:srgbClr val="C329A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CAAEATGYQNFYF</a:t>
                      </a:r>
                    </a:p>
                  </a:txBody>
                  <a:tcPr marL="9525" marR="9525" marT="9525" marB="0" anchor="ctr">
                    <a:lnR w="381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GTGACTGGAGTTCAGACGTGTGCTCTTCCGATCTATAATTCCAGGGGCAGCCTCATCAATCTTTTTTACCTGGTTCCAGGAACAAAGGAGAATGGGAGGTTAAAGTCAGCATTCGATTCTAAGGAGAGCTACAGCACCCTGCACATCAGGGATGCCCAGCTGGAGGACTCAGGCACTTACTTCTGTGCTGCTGAGGCCACGGGTTACCAGAACTTCTATTTTGGGAAAGGAACAAGTTTGACTGTCATTCCAAACATCCAGAACCCAGAACCTGCTGTGTAC</a:t>
                      </a:r>
                    </a:p>
                  </a:txBody>
                  <a:tcPr marL="9525" marR="9525" marT="9525" marB="0" anchor="ctr">
                    <a:lnL w="381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TRAV4-3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2000" b="1" i="0" u="none" strike="noStrike" cap="none" spc="0" baseline="0"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TRAJ49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20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90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0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Alpha</a:t>
                      </a:r>
                      <a:endParaRPr kumimoji="0" lang="en-US" altLang="zh-CN" sz="20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solidFill>
                      <a:srgbClr val="C329A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CVVGDRGSALGRLHF</a:t>
                      </a:r>
                    </a:p>
                  </a:txBody>
                  <a:tcPr marL="9525" marR="9525" marT="9525" marB="0" anchor="ctr">
                    <a:lnR w="381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CAGACGTGTGCTCTTCCGATCTTTTCACAGGCAAAGGTCTTGTGTCCCTGACAGTCCTGGTTGACCAAAAAGACAAAACGTCAAATGGGAGATACTCAGCAACTCTGGATAAAGATGCTAAGCACAGCACGCTGCACATCACAGCCACCCTGCTGGATGACACTGCCACCTACATCTGTGTGGTGGGCGATAGAGGTTCAGCCTTAGGGAGGCTGCATTTTGGAGCTGGGACTCAGCTGATTGTCATACCTGACATCCAGAACCCAGAACCTGCTGTGTAC</a:t>
                      </a:r>
                    </a:p>
                  </a:txBody>
                  <a:tcPr marL="9525" marR="9525" marT="9525" marB="0" anchor="ctr">
                    <a:lnL w="381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TRAV11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2000" b="1" i="0" u="none" strike="noStrike" cap="none" spc="0" baseline="0"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TRAJ18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20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790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0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Alpha</a:t>
                      </a:r>
                      <a:endParaRPr kumimoji="0" lang="en-US" altLang="zh-CN" sz="20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solidFill>
                      <a:srgbClr val="C329A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CAVCNMGYKLTF</a:t>
                      </a:r>
                    </a:p>
                  </a:txBody>
                  <a:tcPr marL="9525" marR="9525" marT="9525" marB="0" anchor="ctr">
                    <a:lnR w="381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AAGTGACTGGAGTTCAGACGTGTGCTCTTCCGATCTTTCCTGGGAAAGGCCCCGAAGCACTAATATCCATATTCTCTAATGGCAACAAGAAAGAAGGCAGATTGACAGTTTACCTCAATAGAGCCAGCCTGCATGTTTCCCTGCACATCAGAGACTCCCAGCCCAGTGACTCTGCCGTCTACCTCTGTGCAGTGTGCAACATGGGCTACAAACTTACCTTCGGGACAGGAACAAGCTTGTTGGTTGATCCAAACATCCAGAACCCAGAACCTGCTGTGTAC</a:t>
                      </a:r>
                    </a:p>
                  </a:txBody>
                  <a:tcPr marL="9525" marR="9525" marT="9525" marB="0" anchor="ctr">
                    <a:lnL w="381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TRAV7N-6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2000" b="1" i="0" u="none" strike="noStrike" cap="none" spc="0" baseline="0"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TRAJ9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20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790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0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Alpha</a:t>
                      </a:r>
                      <a:endParaRPr kumimoji="0" lang="en-US" altLang="zh-CN" sz="20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solidFill>
                      <a:srgbClr val="C329A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CILMPAPNTNKVVF</a:t>
                      </a:r>
                    </a:p>
                  </a:txBody>
                  <a:tcPr marL="9525" marR="9525" marT="9525" marB="0" anchor="ctr">
                    <a:lnR w="381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ACTGGAGTTCAGACGTGTGCTCTTCCGATCTTTTGTTCCTCTTCAGGGTCCAGAATATGTGACTCACGGTCTACAACAAAATACAACCAATAGTATGGCTTTCCTGGCTATTGCCTCTGACAGAAAGTCAAGCACCTTGATCCTGCCTCATGTCAGCCTGAGAGACGCGGCTGTGTACCACTGTATCCTGATGCCGGCTCCCAATACCAACAAAGTCGTCTTTGGAACAGGGACCAGATTACAAGTATTACCAAACATCCAGAACCCAGAACCTGCTGTGTAC</a:t>
                      </a:r>
                    </a:p>
                  </a:txBody>
                  <a:tcPr marL="9525" marR="9525" marT="9525" marB="0" anchor="ctr">
                    <a:lnL w="381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TRAV21/DV12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2000" b="1" i="0" u="none" strike="noStrike" cap="none" spc="0" baseline="0"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TRAJ34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2000" b="1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790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9</a:t>
                      </a: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0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Alpha</a:t>
                      </a:r>
                      <a:endParaRPr kumimoji="0" lang="en-US" altLang="zh-CN" sz="20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solidFill>
                      <a:srgbClr val="C329A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CAAEATGYQNFYF</a:t>
                      </a:r>
                    </a:p>
                  </a:txBody>
                  <a:tcPr marL="9525" marR="9525" marT="9525" marB="0" anchor="ctr">
                    <a:lnR w="381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GTGACTGGAGTTCAGACGTGTGCTCTTCCGATCTATTATTCCAGGGGCAGCCTCATCAATCTTTTTTACCTGGTTCCAGGAACAAAGGAGAATGGGAGGTTAAAGTCAGCATTCGATTCTAAGGAGAGCTACAGCACCCTGCACATCAGGGATGCCCAGCTGGAGGACTCAGGCACTTACTTCTGTGCTGCTGAGGCCACGGGTTACCAGAACTTCTATTTTGGGAAAGGAACAAGTTTGACTGTCATTCCAAACATCCAGAACCCAGAACCTGCTGTGTAC</a:t>
                      </a:r>
                    </a:p>
                  </a:txBody>
                  <a:tcPr marL="9525" marR="9525" marT="9525" marB="0" anchor="ctr">
                    <a:lnL w="381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TRAV4-3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2000" b="1" i="0" u="none" strike="noStrike" cap="none" spc="0" baseline="0"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TRAJ49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2000" b="1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790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10</a:t>
                      </a: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Alpha</a:t>
                      </a:r>
                    </a:p>
                  </a:txBody>
                  <a:tcPr marL="50800" marR="50800" marT="50800" marB="50800" anchor="ctr" horzOverflow="overflow">
                    <a:solidFill>
                      <a:srgbClr val="C329A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CAAEATGYQNFYF</a:t>
                      </a:r>
                    </a:p>
                  </a:txBody>
                  <a:tcPr marL="9525" marR="9525" marT="9525" marB="0" anchor="ctr">
                    <a:lnR w="381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AGTGACTGGAGTTCAGACGTGTGCTCTTCCGATCTTAAATTCCAGGGGCAGCCTCATCAATCTTTTTTACCTGGTTCCAGGAACAAAGGAGAATGGGAGGTTAAAGTCAGCATTCGATTCTAAGGAGAGCTACAGCACCCTGCACATCAGGGATGCCCAGCTGGAGGACTCAGGCACTTACTTCTGTGCTGCTGAGGCCACGGGTTACCAGAACTTCTATTTTGGGAAAGGAACAAGTTTGACTGTCATTCCAAACATCCAGAACCCAGAACCTGCTGTGTACTAC</a:t>
                      </a:r>
                    </a:p>
                  </a:txBody>
                  <a:tcPr marL="9525" marR="9525" marT="9525" marB="0" anchor="ctr">
                    <a:lnL w="381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TRAV4-3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2000" b="1" i="0" u="none" strike="noStrike" cap="none" spc="0" baseline="0"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TRAJ49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2000" b="1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pic>
        <p:nvPicPr>
          <p:cNvPr id="164" name="SL_03_NH_LLM_CD4T__TRA.png">
            <a:extLst>
              <a:ext uri="{FF2B5EF4-FFF2-40B4-BE49-F238E27FC236}">
                <a16:creationId xmlns:a16="http://schemas.microsoft.com/office/drawing/2014/main" id="{6135CE64-4D43-07AA-81D3-A163348FD701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09518" y="1640875"/>
            <a:ext cx="4139490" cy="413949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65" name="SL_03_NH_LLM_CD4T__TRB.png">
            <a:extLst>
              <a:ext uri="{FF2B5EF4-FFF2-40B4-BE49-F238E27FC236}">
                <a16:creationId xmlns:a16="http://schemas.microsoft.com/office/drawing/2014/main" id="{FF162C4A-EC94-3A86-B499-8B5857A7DCD2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28652" y="1640875"/>
            <a:ext cx="4139490" cy="413949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66" name="SL_03_NH_LLM_CD4T__TRB">
            <a:extLst>
              <a:ext uri="{FF2B5EF4-FFF2-40B4-BE49-F238E27FC236}">
                <a16:creationId xmlns:a16="http://schemas.microsoft.com/office/drawing/2014/main" id="{BE3B4E21-B57E-ED21-1C4F-186DDA2F23AC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6773377" y="611399"/>
            <a:ext cx="3650038" cy="471924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r>
              <a:rPr lang="en-US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SD_01_CD8_0127__TRB</a:t>
            </a:r>
            <a:endParaRPr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67" name="SL_03_NH_LLM_CD4T__TRA">
            <a:extLst>
              <a:ext uri="{FF2B5EF4-FFF2-40B4-BE49-F238E27FC236}">
                <a16:creationId xmlns:a16="http://schemas.microsoft.com/office/drawing/2014/main" id="{2F03B4DA-EC63-FDD6-830A-04F454B2ECF6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854244" y="611399"/>
            <a:ext cx="3650037" cy="471924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r>
              <a:rPr lang="en-US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SD_01_CD8_0127__TRA</a:t>
            </a:r>
            <a:endParaRPr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0549249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01384A-2FA3-603F-C224-FBB77219D0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3" name="Table">
            <a:extLst>
              <a:ext uri="{FF2B5EF4-FFF2-40B4-BE49-F238E27FC236}">
                <a16:creationId xmlns:a16="http://schemas.microsoft.com/office/drawing/2014/main" id="{D8B7E1B4-EAF7-6EA7-1BC1-24095D373C1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39652394"/>
              </p:ext>
            </p:extLst>
          </p:nvPr>
        </p:nvGraphicFramePr>
        <p:xfrm>
          <a:off x="709295" y="6047105"/>
          <a:ext cx="22381842" cy="5867400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1365437">
                  <a:extLst>
                    <a:ext uri="{9D8B030D-6E8A-4147-A177-3AD203B41FA5}">
                      <a16:colId xmlns:a16="http://schemas.microsoft.com/office/drawing/2014/main" val="2781106577"/>
                    </a:ext>
                  </a:extLst>
                </a:gridCol>
                <a:gridCol w="13654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13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436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54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484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654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6484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6543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marL="0" marR="0" indent="0" algn="ct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 b="0"/>
                      </a:pPr>
                      <a:r>
                        <a:rPr lang="en-US" altLang="zh-CN" sz="24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index</a:t>
                      </a:r>
                      <a:endParaRPr sz="2400" b="0" i="0" u="none" strike="noStrike" cap="none" spc="0" baseline="0" dirty="0"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 b="0"/>
                      </a:pPr>
                      <a:r>
                        <a:rPr lang="en-US" altLang="zh-CN" sz="24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Chain</a:t>
                      </a:r>
                      <a:endParaRPr sz="2400" b="0" i="0" u="none" strike="noStrike" cap="none" spc="0" baseline="0" dirty="0"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marL="0" marR="0" indent="0" algn="ct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 b="0"/>
                      </a:pPr>
                      <a:r>
                        <a:rPr sz="2400" b="0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CDR3(pep)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marL="0" marR="0" indent="0" algn="ct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 b="0"/>
                      </a:pPr>
                      <a:r>
                        <a:rPr sz="2400" b="0" i="0" u="none" strike="noStrike" cap="none" spc="0" baseline="0" dirty="0" err="1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joinedSeq</a:t>
                      </a:r>
                      <a:endParaRPr sz="2400" b="0" i="0" u="none" strike="noStrike" cap="none" spc="0" baseline="0" dirty="0"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marL="0" marR="0" indent="0" algn="ct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 b="0"/>
                      </a:pPr>
                      <a:r>
                        <a:rPr sz="24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V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marL="0" marR="0" indent="0" algn="ct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 b="0"/>
                      </a:pPr>
                      <a:r>
                        <a:rPr sz="2400" b="0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D</a:t>
                      </a:r>
                    </a:p>
                  </a:txBody>
                  <a:tcPr marL="63500" marR="63500" marT="0" marB="0" anchor="ctr" horzOverflow="overflow"/>
                </a:tc>
                <a:tc>
                  <a:txBody>
                    <a:bodyPr/>
                    <a:lstStyle/>
                    <a:p>
                      <a:pPr marL="0" marR="0" indent="0" algn="ct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 b="0"/>
                      </a:pPr>
                      <a:r>
                        <a:rPr sz="24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J</a:t>
                      </a:r>
                    </a:p>
                  </a:txBody>
                  <a:tcPr marL="63500" marR="63500" marT="0" marB="0" anchor="ctr" horzOverflow="overflow"/>
                </a:tc>
                <a:tc>
                  <a:txBody>
                    <a:bodyPr/>
                    <a:lstStyle/>
                    <a:p>
                      <a:pPr marL="0" marR="0" indent="0" algn="ct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 b="0"/>
                      </a:pPr>
                      <a:r>
                        <a:rPr sz="24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</a:t>
                      </a:r>
                    </a:p>
                  </a:txBody>
                  <a:tcPr marL="63500" marR="63500" marT="0" marB="0" anchor="ctr" horzOverflow="overflow"/>
                </a:tc>
                <a:tc>
                  <a:txBody>
                    <a:bodyPr/>
                    <a:lstStyle/>
                    <a:p>
                      <a:pPr marL="0" marR="0" indent="0" algn="ct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 b="0"/>
                      </a:pPr>
                      <a:r>
                        <a:rPr sz="24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copy</a:t>
                      </a:r>
                    </a:p>
                  </a:txBody>
                  <a:tcPr marL="63500" marR="63500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02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rtl="0" latinLnBrk="0">
                        <a:buNone/>
                        <a:tabLst>
                          <a:tab pos="1663700" algn="l"/>
                        </a:tabLst>
                      </a:pPr>
                      <a:r>
                        <a:rPr lang="zh-CN" altLang="zh-CN" sz="2000" b="1" i="0" spc="0" baseline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Beta</a:t>
                      </a:r>
                      <a:endParaRPr lang="zh-CN" altLang="zh-CN" sz="1600"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solidFill>
                      <a:srgbClr val="48CA5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CASSDR_AAPLF</a:t>
                      </a:r>
                    </a:p>
                  </a:txBody>
                  <a:tcPr marL="9525" marR="9525" marT="9525" marB="0" anchor="ctr">
                    <a:lnR w="381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CTCTTATGGAAGATGGTGGGGCTTTCAAGGATCGATTCAAAGCTGAGATGCTAAATTCATCCTTCTCCACTCTGAAGATTCAACCTACAGAACCCAAGGACTCAGCTGTGTATCTGTGTGCCAGCAGCGACAGGGGCGGCTCCGCTTTTTGGAGAGGGGACTCGACTTTCTGTTCTAGGATTGCGGCTTTCCTATGCAAGCCACCACAGCTCTCTTACATCTCAGTGTAGGAGTGAATGTGGAACATCAGAGGATCTGAGAAATGTGACTCCACCCAAGGT</a:t>
                      </a:r>
                    </a:p>
                  </a:txBody>
                  <a:tcPr marL="9525" marR="9525" marT="9525" marB="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TRBV15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TRBD1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TRBJ1-5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TRBC2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20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12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55261531"/>
                  </a:ext>
                </a:extLst>
              </a:tr>
              <a:tr h="6502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rtl="0" latinLnBrk="0">
                        <a:buNone/>
                        <a:tabLst>
                          <a:tab pos="1663700" algn="l"/>
                        </a:tabLst>
                      </a:pPr>
                      <a:r>
                        <a:rPr lang="zh-CN" altLang="zh-CN" sz="2000" b="1" i="0" spc="0" baseline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Beta</a:t>
                      </a:r>
                      <a:endParaRPr lang="zh-CN" altLang="zh-CN" sz="1600"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solidFill>
                      <a:srgbClr val="48CA5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CASSDAAGGPGNTLYF</a:t>
                      </a:r>
                    </a:p>
                  </a:txBody>
                  <a:tcPr marL="9525" marR="9525" marT="9525" marB="0" anchor="ctr">
                    <a:lnR w="381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AAACTGGTATCGGCAGGACACTGGGCATGGGCTGAGGCTGATCCATTACTCATATGGTGCTGGCAACCTTCAAATAGGAGATGTCCCTGATGGGTACAAGGCCACCAGAACAACGCAAGAAGACTTCTTCCTCCTGCTGGAATTGGCTTCTCCCTCTCAGACATCTTTGTACTTCTGTGCCAGCAGTGATGCCGCAGGGGGCCCTGGAAATACGCTCTATTTTGGAGAAGGAAGCCGGCTCATTGTTGTAGAGGATCTGAGAAATGTGACTCCACCCAAGGT</a:t>
                      </a:r>
                    </a:p>
                  </a:txBody>
                  <a:tcPr marL="9525" marR="9525" marT="9525" marB="0" anchor="ctr">
                    <a:lnL w="381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TRBV13-1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TRBD1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TRBJ1-3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TRBC2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20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rtl="0" latinLnBrk="0">
                        <a:buNone/>
                        <a:tabLst>
                          <a:tab pos="1663700" algn="l"/>
                        </a:tabLst>
                      </a:pPr>
                      <a:r>
                        <a:rPr lang="zh-CN" altLang="zh-CN" sz="2000" b="1" i="0" spc="0" baseline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Beta</a:t>
                      </a:r>
                      <a:endParaRPr lang="zh-CN" altLang="zh-CN" sz="1600"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solidFill>
                      <a:srgbClr val="48CA5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CASSDAAGGPGNTLYF</a:t>
                      </a:r>
                    </a:p>
                  </a:txBody>
                  <a:tcPr marL="9525" marR="9525" marT="9525" marB="0" anchor="ctr">
                    <a:lnR w="381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ATACTGGTATCGGCAGGACACTGGGCATGGGCTGAGGCTGATCCATTACTCATATGGTGCTGGCAACCTTCAAATAGGAGATGTCCCTGATGGGTACAAGGCCACCAGAACAACGCAAGAAGACTTCTTCCTCCTGCTGGAATTGGCTTCTCCCTCTCAGACATCTTTGTACTTCTGTGCCAGCAGTGATGCCGCAGGGGGCCCTGGAAATACGCTCTATTTTGGAGAAGGAAGCCGGCTCATTGTTGTAGAGGATCTGAGAAATGTGACTCCACCCAAGGT</a:t>
                      </a:r>
                    </a:p>
                  </a:txBody>
                  <a:tcPr marL="9525" marR="9525" marT="9525" marB="0" anchor="ctr">
                    <a:lnL w="381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TRBV13-1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TRBD1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TRBJ1-3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TRBC2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20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rtl="0" latinLnBrk="0">
                        <a:buNone/>
                        <a:tabLst>
                          <a:tab pos="1663700" algn="l"/>
                        </a:tabLst>
                      </a:pPr>
                      <a:r>
                        <a:rPr lang="zh-CN" altLang="zh-CN" sz="2000" b="1" i="0" spc="0" baseline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Beta</a:t>
                      </a:r>
                      <a:endParaRPr lang="zh-CN" altLang="zh-CN" sz="1600"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solidFill>
                      <a:srgbClr val="48CA5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CASSSSGNSDYTF</a:t>
                      </a:r>
                    </a:p>
                  </a:txBody>
                  <a:tcPr marL="9525" marR="9525" marT="9525" marB="0" anchor="ctr">
                    <a:lnR w="381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ATGGAGAAGTCTAAACTGTTTAAGGATCAGTTTTCAGTTGAAAGACCAGATGGTTCATATTTCACTCTGAAAATCCAACCCACAGCACTGGAGGACTCAGCTGTGTACTTCTGTGCCAGCAGCTCTTCAGGGAACTCCGACTACACCTTCGGCTCAGGGACCAGGCTTTTGGTAATAGGATTGCGGCTTTCCTATGCAAGCCACCACAGCTCTCTTACATCTCAGTGTAGGAGTGAATGTGGAACATCAGAGGATCTGAGAAATGTGACTCCACCCAAGGT</a:t>
                      </a:r>
                    </a:p>
                  </a:txBody>
                  <a:tcPr marL="9525" marR="9525" marT="9525" marB="0" anchor="ctr">
                    <a:lnL w="381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TRBV3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TRBD1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TRBJ1-2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TRBC2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20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rtl="0" latinLnBrk="0">
                        <a:buNone/>
                        <a:tabLst>
                          <a:tab pos="1663700" algn="l"/>
                        </a:tabLst>
                      </a:pPr>
                      <a:r>
                        <a:rPr lang="zh-CN" altLang="zh-CN" sz="2000" b="1" i="0" spc="0" baseline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Beta</a:t>
                      </a:r>
                      <a:endParaRPr lang="zh-CN" altLang="zh-CN" sz="1600"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solidFill>
                      <a:srgbClr val="48CA5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CASSDAAGGPGNTLYF</a:t>
                      </a:r>
                    </a:p>
                  </a:txBody>
                  <a:tcPr marL="9525" marR="9525" marT="9525" marB="0" anchor="ctr">
                    <a:lnR w="381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AACTGGTATCGGCAGGACACTGGGCATGGGCTGAGGCTGATCCATTACTCATATGGTGCTGGCAACCTTCAAATAGGAGATGTCCCTGATGGGTACAAGGCCACCAGAACAACGCAAGAAGACTTCTTCCTCCTGCTGGAATTGGCTTCTCCCTCTCAGACATCTTTGTACTTCTGTGCCAGCAGTGATGCCGCAGGGGGCCCTGGAAATACGCTCTATTTTGGAGAAGGAAGCCGGCTCATTGTTGTAGAGGATCTGAGAAATGTGACTCCACCCAAGGT</a:t>
                      </a:r>
                    </a:p>
                  </a:txBody>
                  <a:tcPr marL="9525" marR="9525" marT="9525" marB="0" anchor="ctr">
                    <a:lnL w="381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TRBV13-1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TRBD1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TRBJ1-3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TRBC2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20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rtl="0" latinLnBrk="0">
                        <a:buNone/>
                        <a:tabLst>
                          <a:tab pos="1663700" algn="l"/>
                        </a:tabLst>
                      </a:pPr>
                      <a:r>
                        <a:rPr lang="zh-CN" altLang="zh-CN" sz="2000" b="1" i="0" spc="0" baseline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Beta</a:t>
                      </a:r>
                      <a:endParaRPr lang="zh-CN" altLang="zh-CN" sz="1600"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solidFill>
                      <a:srgbClr val="48CA5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CAWSPGTANERLFF</a:t>
                      </a:r>
                    </a:p>
                  </a:txBody>
                  <a:tcPr marL="9525" marR="9525" marT="9525" marB="0" anchor="ctr">
                    <a:lnR w="381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AGACGTGTGCTCTTCCGATCTTTTACTGGCAGGCCACAGGAGGCACCCTCCAGCAACTCTATTACTGTTGGCCAGGTAGAGTCGGTGGTGCAACTGAACCTCTCAGCTTCCAGGCCGAAGGACGACCAATTCATCCTAAGCACGGAGAAGCTGCTTCTCAGCCACTCTGGCTTCTACCTCTGTGCCTGGAGTCCCGGGACAGCCAACGAAAGATTATTTTTCGGTCATGGAACCAAGCTGTCTGTCCTGGAGGATCTGAGAAATGTGACTCCACCCAAGGT</a:t>
                      </a:r>
                    </a:p>
                  </a:txBody>
                  <a:tcPr marL="9525" marR="9525" marT="9525" marB="0" anchor="ctr">
                    <a:lnL w="381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TRBV31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TRBD1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TRBJ1-4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TRBC2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20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rtl="0" latinLnBrk="0">
                        <a:buNone/>
                        <a:tabLst>
                          <a:tab pos="1663700" algn="l"/>
                        </a:tabLst>
                      </a:pPr>
                      <a:r>
                        <a:rPr lang="zh-CN" altLang="zh-CN" sz="2000" b="1" i="0" spc="0" baseline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Beta</a:t>
                      </a:r>
                      <a:endParaRPr lang="zh-CN" altLang="zh-CN" sz="1600"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solidFill>
                      <a:srgbClr val="48CA5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CAWSPGTANERLFF</a:t>
                      </a:r>
                    </a:p>
                  </a:txBody>
                  <a:tcPr marL="9525" marR="9525" marT="9525" marB="0" anchor="ctr">
                    <a:lnR w="381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AGACGTGTGCTCTTCCGATCTCTTACTGGCAGGCCACAGGAGGCACCCTCCAGCAACTCTATTACTGTTGGCCAGGTAGAGTCGGTGGTGCAACTGAACCTCTCAGCTTCCAGGCCGAAGGACGACCAATTCATCCTAAGCACGGAGAAGCTGCTTCTCAGCCACTCTGGCTTCTACCTCTGTGCCTGGAGTCCCGGGACAGCCAACGAAAGATTATTTTTCGGTCATGGAACCAAGCTGTCTGTCCTGGAGGATCTGAGAAATGTGACTCCACCCAAGGT</a:t>
                      </a:r>
                    </a:p>
                  </a:txBody>
                  <a:tcPr marL="9525" marR="9525" marT="9525" marB="0" anchor="ctr">
                    <a:lnL w="381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TRBV31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TRBD1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TRBJ1-4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TRBC2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20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rtl="0" latinLnBrk="0">
                        <a:buNone/>
                        <a:tabLst>
                          <a:tab pos="1663700" algn="l"/>
                        </a:tabLst>
                      </a:pPr>
                      <a:r>
                        <a:rPr lang="zh-CN" altLang="zh-CN" sz="2000" b="1" i="0" spc="0" baseline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Beta</a:t>
                      </a:r>
                      <a:endParaRPr lang="zh-CN" altLang="zh-CN" sz="1600"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solidFill>
                      <a:srgbClr val="48CA5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CASGDTG_DTEVFF</a:t>
                      </a:r>
                    </a:p>
                  </a:txBody>
                  <a:tcPr marL="9525" marR="9525" marT="9525" marB="0" anchor="ctr">
                    <a:lnR w="381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CGATCTTTTACTGGTATCGGCAGGACACGGGGCATGGGCTGAGGCTGATCCATTATTCATATGGTGCTGGCAGCACTGAGAAAGGAGATATCCCTGATGGATACAAGGCCTCCAGACCAAGCCAAGAGAACTTCTCCCTCATTCTGGAGTTGGCTACCCCCTCTCAGACATCAGTGTACTTCTGTGCCAGCGGTGATACGGGGAGACACAGAAGTCTTCTTTGGTAAAGGAACCAGACTCACAGTTGTAGAGGATCTGAGAAATGTGACTCCACCCAAGGT</a:t>
                      </a:r>
                    </a:p>
                  </a:txBody>
                  <a:tcPr marL="9525" marR="9525" marT="9525" marB="0" anchor="ctr">
                    <a:lnL w="381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TRBV13-2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2000" b="1" i="0" u="none" strike="noStrike" cap="none" spc="0" baseline="0"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TRBJ1-1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TRBC2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2000" b="1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9</a:t>
                      </a: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rtl="0" latinLnBrk="0">
                        <a:buNone/>
                        <a:tabLst>
                          <a:tab pos="1663700" algn="l"/>
                        </a:tabLst>
                      </a:pPr>
                      <a:r>
                        <a:rPr lang="zh-CN" altLang="zh-CN" sz="2000" b="1" i="0" spc="0" baseline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Beta</a:t>
                      </a:r>
                      <a:endParaRPr lang="zh-CN" altLang="zh-CN" sz="1600"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solidFill>
                      <a:srgbClr val="48CA5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CASGDTG_DTEVFF</a:t>
                      </a:r>
                    </a:p>
                  </a:txBody>
                  <a:tcPr marL="9525" marR="9525" marT="9525" marB="0" anchor="ctr">
                    <a:lnR w="381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CGATCTTATACTGGTATCGGCAGGACACGGGGCATGGGCTGAGGCTGATCCATTATTCATATGGTGCTGGCAGCACTGAGAAAGGAGATATCCCTGATGGATACAAGGCCTCCAGACCAAGCCAAGAGAACTTCTCCCTCATTCTGGAGTTGGCTACCCCCTCTCAGACATCAGTGTACTTCTGTGCCAGCGGTGATACGGGGAGACACAGAAGTCTTCTTTGGTAAAGGAACCAGACTCACAGTTGTAGAGGATCTGAGAAATGTGACTCCACCCAAGGT</a:t>
                      </a:r>
                    </a:p>
                  </a:txBody>
                  <a:tcPr marL="9525" marR="9525" marT="9525" marB="0" anchor="ctr">
                    <a:lnL w="381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TRBV13-2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2000" b="1" i="0" u="none" strike="noStrike" cap="none" spc="0" baseline="0"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TRBJ1-1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TRBC2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2000" b="1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2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10</a:t>
                      </a: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rtl="0" latinLnBrk="0">
                        <a:buNone/>
                        <a:tabLst>
                          <a:tab pos="1663700" algn="l"/>
                        </a:tabLst>
                      </a:pPr>
                      <a:r>
                        <a:rPr lang="zh-CN" altLang="zh-CN" sz="2000" b="1" i="0" spc="0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Beta</a:t>
                      </a:r>
                      <a:endParaRPr lang="zh-CN" altLang="zh-CN" sz="1600" dirty="0"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solidFill>
                      <a:srgbClr val="48CA5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CASGDALNSDYTF</a:t>
                      </a:r>
                    </a:p>
                  </a:txBody>
                  <a:tcPr marL="9525" marR="9525" marT="9525" marB="0" anchor="ctr">
                    <a:lnR w="381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CCGATCTTTTACTGGTATCGGCAGGACACGGGGCATGGGCTGAGGCTGATCCATTATTCATATGGTGCTGGCAGCACTGAGAAAGGAGATATCCCTGATGGATACAAGGCCTCCAGACCAAGCCAAGAGAACTTCTCCCTCATTCTGGAGTTGGCTACCCCCTCTCAGACATCAGTGTACTTCTGTGCCAGCGGTGATGCCCTCAACTCCGACTACACCTTCGGCTCAGGGACCAGGCTTTTGGTAATAGAGGATCTGAGAAATGTGACTCCACCCAAGGT</a:t>
                      </a:r>
                    </a:p>
                  </a:txBody>
                  <a:tcPr marL="9525" marR="9525" marT="9525" marB="0" anchor="ctr">
                    <a:lnL w="381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TRBV13-2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2000" b="1" i="0" u="none" strike="noStrike" cap="none" spc="0" baseline="0"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TRBJ1-2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TRBC2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2000" b="1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pic>
        <p:nvPicPr>
          <p:cNvPr id="164" name="SL_03_NH_LLM_CD4T__TRA.png">
            <a:extLst>
              <a:ext uri="{FF2B5EF4-FFF2-40B4-BE49-F238E27FC236}">
                <a16:creationId xmlns:a16="http://schemas.microsoft.com/office/drawing/2014/main" id="{1D925368-36A5-FBF7-A415-23B06D82E1FC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09518" y="1640875"/>
            <a:ext cx="4139490" cy="413949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65" name="SL_03_NH_LLM_CD4T__TRB.png">
            <a:extLst>
              <a:ext uri="{FF2B5EF4-FFF2-40B4-BE49-F238E27FC236}">
                <a16:creationId xmlns:a16="http://schemas.microsoft.com/office/drawing/2014/main" id="{66A2AD7C-4F11-F170-42FD-59F9201B9DAD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28652" y="1640875"/>
            <a:ext cx="4139490" cy="413949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66" name="SL_03_NH_LLM_CD4T__TRB">
            <a:extLst>
              <a:ext uri="{FF2B5EF4-FFF2-40B4-BE49-F238E27FC236}">
                <a16:creationId xmlns:a16="http://schemas.microsoft.com/office/drawing/2014/main" id="{703ED0AF-B355-BB92-3A5A-D9FDCD7A0E63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6773377" y="611399"/>
            <a:ext cx="3650038" cy="471924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r>
              <a:rPr lang="en-US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SD_01_CD8_0127__TRB</a:t>
            </a:r>
            <a:endParaRPr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67" name="SL_03_NH_LLM_CD4T__TRA">
            <a:extLst>
              <a:ext uri="{FF2B5EF4-FFF2-40B4-BE49-F238E27FC236}">
                <a16:creationId xmlns:a16="http://schemas.microsoft.com/office/drawing/2014/main" id="{49214C3C-E0D6-12C7-5142-ED8C18E1BE5E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854244" y="611399"/>
            <a:ext cx="3650037" cy="471924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r>
              <a:rPr lang="en-US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SD_01_CD8_0127__TRA</a:t>
            </a:r>
            <a:endParaRPr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0901130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6A7E8-0683-B250-205B-0D92A3CD9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3" name="Table">
            <a:extLst>
              <a:ext uri="{FF2B5EF4-FFF2-40B4-BE49-F238E27FC236}">
                <a16:creationId xmlns:a16="http://schemas.microsoft.com/office/drawing/2014/main" id="{8748BED6-B9F0-BD92-B1B4-DA8C1F97FCF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73686189"/>
              </p:ext>
            </p:extLst>
          </p:nvPr>
        </p:nvGraphicFramePr>
        <p:xfrm>
          <a:off x="709295" y="6047105"/>
          <a:ext cx="22381842" cy="5683250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1365437">
                  <a:extLst>
                    <a:ext uri="{9D8B030D-6E8A-4147-A177-3AD203B41FA5}">
                      <a16:colId xmlns:a16="http://schemas.microsoft.com/office/drawing/2014/main" val="3024232200"/>
                    </a:ext>
                  </a:extLst>
                </a:gridCol>
                <a:gridCol w="13654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13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436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54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484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654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6484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6543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ct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 b="0"/>
                      </a:pPr>
                      <a:r>
                        <a:rPr lang="en-US" altLang="zh-CN" sz="24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index</a:t>
                      </a:r>
                      <a:endParaRPr sz="2400" b="0" i="0" u="none" strike="noStrike" cap="none" spc="0" baseline="0" dirty="0"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 b="0"/>
                      </a:pPr>
                      <a:r>
                        <a:rPr lang="en-US" altLang="zh-CN" sz="24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Chain</a:t>
                      </a:r>
                      <a:endParaRPr sz="2400" b="0" i="0" u="none" strike="noStrike" cap="none" spc="0" baseline="0" dirty="0"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marL="0" marR="0" indent="0" algn="ct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 b="0"/>
                      </a:pPr>
                      <a:r>
                        <a:rPr sz="24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CDR3(pep)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marL="0" marR="0" indent="0" algn="ct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 b="0"/>
                      </a:pPr>
                      <a:r>
                        <a:rPr sz="2400" b="0" i="0" u="none" strike="noStrike" cap="none" spc="0" baseline="0" dirty="0" err="1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joinedSeq</a:t>
                      </a:r>
                      <a:endParaRPr sz="2400" b="0" i="0" u="none" strike="noStrike" cap="none" spc="0" baseline="0" dirty="0"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marL="0" marR="0" indent="0" algn="ct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 b="0"/>
                      </a:pPr>
                      <a:r>
                        <a:rPr sz="2400" b="0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V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marL="0" marR="0" indent="0" algn="ct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 b="0"/>
                      </a:pPr>
                      <a:r>
                        <a:rPr sz="24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D</a:t>
                      </a:r>
                    </a:p>
                  </a:txBody>
                  <a:tcPr marL="63500" marR="63500" marT="0" marB="0" anchor="ctr" horzOverflow="overflow"/>
                </a:tc>
                <a:tc>
                  <a:txBody>
                    <a:bodyPr/>
                    <a:lstStyle/>
                    <a:p>
                      <a:pPr marL="0" marR="0" indent="0" algn="ct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 b="0"/>
                      </a:pPr>
                      <a:r>
                        <a:rPr sz="24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J</a:t>
                      </a:r>
                    </a:p>
                  </a:txBody>
                  <a:tcPr marL="63500" marR="63500" marT="0" marB="0" anchor="ctr" horzOverflow="overflow"/>
                </a:tc>
                <a:tc>
                  <a:txBody>
                    <a:bodyPr/>
                    <a:lstStyle/>
                    <a:p>
                      <a:pPr marL="0" marR="0" indent="0" algn="ct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 b="0"/>
                      </a:pPr>
                      <a:r>
                        <a:rPr sz="24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</a:t>
                      </a:r>
                    </a:p>
                  </a:txBody>
                  <a:tcPr marL="63500" marR="63500" marT="0" marB="0" anchor="ctr" horzOverflow="overflow"/>
                </a:tc>
                <a:tc>
                  <a:txBody>
                    <a:bodyPr/>
                    <a:lstStyle/>
                    <a:p>
                      <a:pPr marL="0" marR="0" indent="0" algn="ct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 b="0"/>
                      </a:pPr>
                      <a:r>
                        <a:rPr sz="24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copy</a:t>
                      </a:r>
                    </a:p>
                  </a:txBody>
                  <a:tcPr marL="63500" marR="63500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0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1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lang="en-US" altLang="zh-CN" dirty="0"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Delta</a:t>
                      </a:r>
                      <a:endParaRPr kumimoji="0" lang="en-US" altLang="zh-CN" sz="18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CASGDMAYSRRVPPDKLVF</a:t>
                      </a:r>
                    </a:p>
                  </a:txBody>
                  <a:tcPr marL="9525" marR="9525" marT="9525" marB="0" anchor="ctr">
                    <a:lnR w="381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1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AAGGCCAGACAGATCCTTCCAGTTCATCCTTTATAGGGACGACACTAGTTCCCATGATGCAGATTTTGTTCAAGGTCGATTTTCTGTGAAGCACAGCAAGGCCAACAGAACCTTCCATCTGGTGATCTCTCCAGTGAGCCTTGAAGACAGCGCTACTTATTACTGTGCCTCGGGGGATATGGCATATTCCCGGAGGGTCCCTCCCGACAAACTCGTCTTTGGACAAGGAACCCAAGTGACTGTGGAACCAAAAAGCCAGCCTCCGGCCAAACCATCTGTTTT</a:t>
                      </a:r>
                    </a:p>
                  </a:txBody>
                  <a:tcPr marL="9525" marR="9525" marT="9525" marB="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TRDV5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TRDD1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TRDJ1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TRDC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altLang="zh-CN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20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55261531"/>
                  </a:ext>
                </a:extLst>
              </a:tr>
              <a:tr h="1790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1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lang="en-US" altLang="zh-CN"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Delta</a:t>
                      </a:r>
                      <a:endParaRPr kumimoji="0" lang="en-US" altLang="zh-CN" sz="18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CASGYVDT_AATDKLVF</a:t>
                      </a:r>
                    </a:p>
                  </a:txBody>
                  <a:tcPr marL="9525" marR="9525" marT="9525" marB="0" anchor="ctr">
                    <a:lnR w="381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1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GGTCGCAAAAGGCCAGACAGATCCTTCCAGTTCATCCTTTATAGGGACGACACTAGTTCCCATGATGCAGATTTTGTTCAAGGTCGATTTTCTGTGAAGCACAGCAAGGCCAACAGAACCTTCCATCTGGTGATCTCTCCAGTGAGCCTTGAAGACAGCGCTACTTATTACTGTGCCTCGGGGTATGTGGATACGAGCTGCTACCGACAAACTCGTCTTTGGACAAGGAACCCAAGTGACTGTGGAACCAAAAAGCCAGCCTCCGGCCAAACCATCTGTTTT</a:t>
                      </a:r>
                    </a:p>
                  </a:txBody>
                  <a:tcPr marL="9525" marR="9525" marT="9525" marB="0" anchor="ctr">
                    <a:lnL w="381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TRDV5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TRDD2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TRDJ1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TRDC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altLang="zh-CN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90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1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lang="en-US" altLang="zh-CN" dirty="0"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Delta</a:t>
                      </a:r>
                      <a:endParaRPr kumimoji="0" lang="en-US" altLang="zh-CN" sz="18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CGGKAAEGYEPSTDKLVF</a:t>
                      </a:r>
                    </a:p>
                  </a:txBody>
                  <a:tcPr marL="9525" marR="9525" marT="9525" marB="0" anchor="ctr">
                    <a:lnR w="381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100" b="0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ATCTTCTAGGCAGGGGGATGATGGCAGCCTCGTCTCCTTGGTGACATTACAGAAAGGAGGAGATGAGAAAAGTAAGGACAAAATAACCGCTAATCTGGATAAGAAAATGCAACAAAGTTCCCTGTGGATCCAAGCCTCCCAGCCCAGCCACTCAGGCACTTACCTCTGTGGAGGGAAAGCGGCGGAGGGATACGAGCCGTCTACCGACAAACTCGTCTTTGGACAAGGAACCCAAGTGACTGTGGAACCAAAAAGCCAGCCTCCGGCCAAACCATCTGTTTT</a:t>
                      </a:r>
                    </a:p>
                  </a:txBody>
                  <a:tcPr marL="9525" marR="9525" marT="9525" marB="0" anchor="ctr">
                    <a:lnL w="381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TRDV1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TRDD2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TRDJ1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TRDC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altLang="zh-CN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90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1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lang="en-US" altLang="zh-CN"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Delta</a:t>
                      </a:r>
                      <a:endParaRPr kumimoji="0" lang="en-US" altLang="zh-CN" sz="18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CASGDMAYSRRVPPDKLVF</a:t>
                      </a:r>
                    </a:p>
                  </a:txBody>
                  <a:tcPr marL="9525" marR="9525" marT="9525" marB="0" anchor="ctr">
                    <a:lnR w="381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100" b="0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AAAGGCCAGACAGATCCTTCCAGTTCATCCTTTATAGGGACGACACTAGTTCCCATGATGCAGATTTTGTTCAAGGTCGATTTTCTGTGAAGCACAGCAAGGCCAACAGAACCTTCCATCTGGTGATCTCTCCAGTGAGCCTTGAAGACAGCGCTACTTATTACTGTGCCTCGGGGGATATGGCATATTCCCGGAGGGTCCCTCCCGACAAACTCGTCTTTGGACAAGGAACCCAAGTGACTGTGGAACCAAAAAGCCAGCCTCCGGCCAAACCATCTGTTTT</a:t>
                      </a:r>
                    </a:p>
                  </a:txBody>
                  <a:tcPr marL="9525" marR="9525" marT="9525" marB="0" anchor="ctr">
                    <a:lnL w="381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TRDV5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TRDD1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TRDJ1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TRDC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altLang="zh-CN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90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1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lang="en-US" altLang="zh-CN"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Delta</a:t>
                      </a:r>
                      <a:endParaRPr kumimoji="0" lang="en-US" altLang="zh-CN" sz="18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CASGYVDT_AATDKLVF</a:t>
                      </a:r>
                    </a:p>
                  </a:txBody>
                  <a:tcPr marL="9525" marR="9525" marT="9525" marB="0" anchor="ctr">
                    <a:lnR w="381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100" b="0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AGTCGCAAAAGGCCAGACAGATCCTTCCAGTTCATCCTTTATAGGGACGACACTAGTTCCCATGATGCAGATTTTGTTCAAGGTCGATTTTCTGTGAAGCACAGCAAGGCCAACAGAACCTTCCATCTGGTGATCTCTCCAGTGAGCCTTGAAGACAGCGCTACTTATTACTGTGCCTCGGGGTATGTGGATACGAGCTGCTACCGACAAACTCGTCTTTGGACAAGGAACCCAAGTGACTGTGGAACCAAAAAGCCAGCCTCCGGCCAAACCATCTGTTTT</a:t>
                      </a:r>
                    </a:p>
                  </a:txBody>
                  <a:tcPr marL="9525" marR="9525" marT="9525" marB="0" anchor="ctr">
                    <a:lnL w="381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TRDV5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TRDD2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TRDJ1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TRDC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altLang="zh-CN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90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1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lang="en-US" altLang="zh-CN" dirty="0"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Delta</a:t>
                      </a:r>
                      <a:endParaRPr kumimoji="0" lang="en-US" altLang="zh-CN" sz="18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CASGYVDT_AATDKLVF</a:t>
                      </a:r>
                    </a:p>
                  </a:txBody>
                  <a:tcPr marL="9525" marR="9525" marT="9525" marB="0" anchor="ctr">
                    <a:lnR w="381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1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ACTCGCAAAAGGCCAGACAGATCCTTCCAGTTCATCCTTTATAGGGACGACACTAGTTCCCATGATGCAGATTTTGTTCAAGGTCGATTTTCTGTGAAGCACAGCAAGGCCAACAGAACCTTCCATCTGGTGATCTCTCCAGTGAGCCTTGAAGACAGCGCTACTTATTACTGTGCCTCGGGGTATGTGGATACGAGCTGCTACCGACAAACTCGTCTTTGGACAAGGAACCCAAGTGACTGTGGAACCAAAAAGCCAGCCTCCGGCCAAACCATCTGTTTT</a:t>
                      </a:r>
                    </a:p>
                  </a:txBody>
                  <a:tcPr marL="9525" marR="9525" marT="9525" marB="0" anchor="ctr">
                    <a:lnL w="381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TRDV5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TRDD2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TRDJ1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TRDC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altLang="zh-CN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790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1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lang="en-US" altLang="zh-CN" dirty="0"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Delta</a:t>
                      </a:r>
                      <a:endParaRPr kumimoji="0" lang="en-US" altLang="zh-CN" sz="18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CASGYVDT_AATDKLVF</a:t>
                      </a:r>
                    </a:p>
                  </a:txBody>
                  <a:tcPr marL="9525" marR="9525" marT="9525" marB="0" anchor="ctr">
                    <a:lnR w="381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1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GACGCAAAAGGCCAGACAGATCCTTCCAGTTCATCCTTTATAGGGACGACACTAGTTCCCATGATGCAGATTTTGTTCAAGGTCGATTTTCTGTGAAGCACAGCAAGGCCAACAGAACCTTCCATCTGGTGATCTCTCCAGTGAGCCTTGAAGACAGCGCTACTTATTACTGTGCCTCGGGGTATGTGGATACGAGCTGCTACCGACAAACTCGTCTTTGGACAAGGAACCCAAGTGACTGTGGAACCAAAAAGCCAGCCTCCGGCCAAACCATCTGTTTT</a:t>
                      </a:r>
                    </a:p>
                  </a:txBody>
                  <a:tcPr marL="9525" marR="9525" marT="9525" marB="0" anchor="ctr">
                    <a:lnL w="381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TRDV5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TRDD2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TRDJ1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TRDC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altLang="zh-CN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790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1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lang="en-US" altLang="zh-CN" dirty="0"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Delta</a:t>
                      </a:r>
                      <a:endParaRPr kumimoji="0" lang="en-US" altLang="zh-CN" sz="18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CASGYVDT_AATDKLVF</a:t>
                      </a:r>
                    </a:p>
                  </a:txBody>
                  <a:tcPr marL="9525" marR="9525" marT="9525" marB="0" anchor="ctr">
                    <a:lnR w="381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1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TACGCAAAAGGCCAGACAGATCCTTCCAGTTCATCCTTTATAGGGACGACACTAGTTCCCATGATGCAGATTTTGTTCAAGGTCGATTTTCTGTGAAGCACAGCAAGGCCAACAGAACCTTCCATCTGGTGATCTCTCCAGTGAGCCTTGAAGACAGCGCTACTTATTACTGTGCCTCGGGGTATGTGGATACGAGCTGCTACCGACAAACTCGTCTTTGGACAAGGAACCCAAGTGACTGTGGAACCAAAAAGCCAGCCTCCGGCCAAACCATCTGTTTT</a:t>
                      </a:r>
                    </a:p>
                  </a:txBody>
                  <a:tcPr marL="9525" marR="9525" marT="9525" marB="0" anchor="ctr">
                    <a:lnL w="381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TRDV5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TRDD2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TRDJ1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TRDC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altLang="zh-CN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790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1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9</a:t>
                      </a: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lang="en-US" altLang="zh-CN" dirty="0"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Delta</a:t>
                      </a:r>
                      <a:endParaRPr kumimoji="0" lang="en-US" altLang="zh-CN" sz="18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CGGKAAEGYEPSTDKLVF</a:t>
                      </a:r>
                    </a:p>
                  </a:txBody>
                  <a:tcPr marL="9525" marR="9525" marT="9525" marB="0" anchor="ctr">
                    <a:lnR w="381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1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ATCTTTTAGGCAGGAGGATGATGGCAGCCTCGTCTCCTTGGTGACATTACAGAAAGGAGGAGATGAGAAAAGTAAGGACAAAATAACCGCTAATCTGGATAAGAAAATGCAACAAAGTTCCCTGTGGATCCAAGCCTCCCAGCCCAGCCACTCAGGCACTTACCTCTGTGGAGGGAAAGCGGCGGAGGGATACGAGCCGTCTACCGACAAACTCGTCTTTGGACAAGGAACCCAAGTGACTGTGGAACCAAAAAGCCAGCCTCCGGCCAAACCATCTGTTTT</a:t>
                      </a:r>
                    </a:p>
                  </a:txBody>
                  <a:tcPr marL="9525" marR="9525" marT="9525" marB="0" anchor="ctr">
                    <a:lnL w="381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TRDV1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TRDD2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TRDJ1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TRDC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altLang="zh-CN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790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1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10</a:t>
                      </a: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lang="en-US" altLang="zh-CN" dirty="0"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Delta</a:t>
                      </a:r>
                      <a:endParaRPr kumimoji="0" lang="en-US" altLang="zh-CN" sz="18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CASGYVDT_AATDKLVF</a:t>
                      </a:r>
                    </a:p>
                  </a:txBody>
                  <a:tcPr marL="9525" marR="9525" marT="9525" marB="0" anchor="ctr">
                    <a:lnR w="381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1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GAACGCAAAAGGCCAGACAGATCCTTCCAGTTCATCCTTTATAGGGACGACACTAGTTCCCATGATGCAGATTTTGTTCAAGGTCGATTTTCTGTGAAGCACAGCAAGGCCAACAGAACCTTCCATCTGGTGATCTCTCCAGTGAGCCTTGAAGACAGCGCTACTTATTACTGTGCCTCGGGGTATGTGGATACGAGCTGCTACCGACAAACTCGTCTTTGGACAAGGAACCCAAGTGACTGTGGAACCAAAAAGCCAGCCTCCGGCCAAACCATCTGTTTT</a:t>
                      </a:r>
                    </a:p>
                  </a:txBody>
                  <a:tcPr marL="9525" marR="9525" marT="9525" marB="0" anchor="ctr">
                    <a:lnL w="381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TRDV5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TRDD2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TRDJ1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TRDC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altLang="zh-CN" sz="1800" b="1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pic>
        <p:nvPicPr>
          <p:cNvPr id="164" name="SL_03_NH_LLM_CD4T__TRA.png">
            <a:extLst>
              <a:ext uri="{FF2B5EF4-FFF2-40B4-BE49-F238E27FC236}">
                <a16:creationId xmlns:a16="http://schemas.microsoft.com/office/drawing/2014/main" id="{45E35E56-D9B6-C469-A347-ADA5690EF634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09518" y="1640875"/>
            <a:ext cx="4139490" cy="413949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65" name="SL_03_NH_LLM_CD4T__TRB.png">
            <a:extLst>
              <a:ext uri="{FF2B5EF4-FFF2-40B4-BE49-F238E27FC236}">
                <a16:creationId xmlns:a16="http://schemas.microsoft.com/office/drawing/2014/main" id="{417126BD-5726-0660-976B-D2FAC45A0869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28652" y="1640875"/>
            <a:ext cx="4139490" cy="413949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66" name="SL_03_NH_LLM_CD4T__TRB">
            <a:extLst>
              <a:ext uri="{FF2B5EF4-FFF2-40B4-BE49-F238E27FC236}">
                <a16:creationId xmlns:a16="http://schemas.microsoft.com/office/drawing/2014/main" id="{C4DA31F5-779A-B552-E3DD-D3BD934B399B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6756546" y="611399"/>
            <a:ext cx="3683701" cy="471924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r>
              <a:rPr lang="en-US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SD_01_CD8_0127__TRG</a:t>
            </a:r>
            <a:endParaRPr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67" name="SL_03_NH_LLM_CD4T__TRA">
            <a:extLst>
              <a:ext uri="{FF2B5EF4-FFF2-40B4-BE49-F238E27FC236}">
                <a16:creationId xmlns:a16="http://schemas.microsoft.com/office/drawing/2014/main" id="{CBB84E23-1616-5DC3-D477-E80867C19B3C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845427" y="611399"/>
            <a:ext cx="3667672" cy="471924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r>
              <a:rPr lang="en-US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SD_01_CD8_0127__TRD</a:t>
            </a:r>
            <a:endParaRPr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731559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C4CC94-57DB-AB58-33AD-4DB4691BE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3" name="Table">
            <a:extLst>
              <a:ext uri="{FF2B5EF4-FFF2-40B4-BE49-F238E27FC236}">
                <a16:creationId xmlns:a16="http://schemas.microsoft.com/office/drawing/2014/main" id="{0051CC9B-BA2E-9AE8-8FB8-13AC96D195D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78360430"/>
              </p:ext>
            </p:extLst>
          </p:nvPr>
        </p:nvGraphicFramePr>
        <p:xfrm>
          <a:off x="709295" y="6047105"/>
          <a:ext cx="22381842" cy="5867400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1365437">
                  <a:extLst>
                    <a:ext uri="{9D8B030D-6E8A-4147-A177-3AD203B41FA5}">
                      <a16:colId xmlns:a16="http://schemas.microsoft.com/office/drawing/2014/main" val="2781106577"/>
                    </a:ext>
                  </a:extLst>
                </a:gridCol>
                <a:gridCol w="13654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13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436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54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484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654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6484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6543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marL="0" marR="0" indent="0" algn="ct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 b="0"/>
                      </a:pPr>
                      <a:r>
                        <a:rPr lang="en-US" altLang="zh-CN" sz="24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index</a:t>
                      </a:r>
                      <a:endParaRPr sz="2400" b="0" i="0" u="none" strike="noStrike" cap="none" spc="0" baseline="0" dirty="0"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 b="0"/>
                      </a:pPr>
                      <a:r>
                        <a:rPr lang="en-US" altLang="zh-CN" sz="24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Chain</a:t>
                      </a:r>
                      <a:endParaRPr sz="2400" b="0" i="0" u="none" strike="noStrike" cap="none" spc="0" baseline="0" dirty="0"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marL="0" marR="0" indent="0" algn="ct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 b="0"/>
                      </a:pPr>
                      <a:r>
                        <a:rPr sz="2400" b="0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CDR3(pep)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marL="0" marR="0" indent="0" algn="ct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 b="0"/>
                      </a:pPr>
                      <a:r>
                        <a:rPr sz="2400" b="0" i="0" u="none" strike="noStrike" cap="none" spc="0" baseline="0" dirty="0" err="1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joinedSeq</a:t>
                      </a:r>
                      <a:endParaRPr sz="2400" b="0" i="0" u="none" strike="noStrike" cap="none" spc="0" baseline="0" dirty="0"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marL="0" marR="0" indent="0" algn="ct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 b="0"/>
                      </a:pPr>
                      <a:r>
                        <a:rPr sz="24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V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marL="0" marR="0" indent="0" algn="ct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 b="0"/>
                      </a:pPr>
                      <a:r>
                        <a:rPr sz="24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D</a:t>
                      </a:r>
                    </a:p>
                  </a:txBody>
                  <a:tcPr marL="63500" marR="63500" marT="0" marB="0" anchor="ctr" horzOverflow="overflow"/>
                </a:tc>
                <a:tc>
                  <a:txBody>
                    <a:bodyPr/>
                    <a:lstStyle/>
                    <a:p>
                      <a:pPr marL="0" marR="0" indent="0" algn="ct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 b="0"/>
                      </a:pPr>
                      <a:r>
                        <a:rPr sz="2400" b="0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J</a:t>
                      </a:r>
                    </a:p>
                  </a:txBody>
                  <a:tcPr marL="63500" marR="63500" marT="0" marB="0" anchor="ctr" horzOverflow="overflow"/>
                </a:tc>
                <a:tc>
                  <a:txBody>
                    <a:bodyPr/>
                    <a:lstStyle/>
                    <a:p>
                      <a:pPr marL="0" marR="0" indent="0" algn="ct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 b="0"/>
                      </a:pPr>
                      <a:r>
                        <a:rPr sz="24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</a:t>
                      </a:r>
                    </a:p>
                  </a:txBody>
                  <a:tcPr marL="63500" marR="63500" marT="0" marB="0" anchor="ctr" horzOverflow="overflow"/>
                </a:tc>
                <a:tc>
                  <a:txBody>
                    <a:bodyPr/>
                    <a:lstStyle/>
                    <a:p>
                      <a:pPr marL="0" marR="0" indent="0" algn="ct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 b="0"/>
                      </a:pPr>
                      <a:r>
                        <a:rPr sz="24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copy</a:t>
                      </a:r>
                    </a:p>
                  </a:txBody>
                  <a:tcPr marL="63500" marR="63500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02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1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rtl="0" latinLnBrk="0">
                        <a:buNone/>
                        <a:tabLst>
                          <a:tab pos="1663700" algn="l"/>
                        </a:tabLst>
                      </a:pPr>
                      <a:r>
                        <a:rPr lang="en-US" altLang="zh-CN" dirty="0"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Gamma</a:t>
                      </a:r>
                      <a:endParaRPr lang="zh-CN" altLang="zh-CN" sz="1400" dirty="0"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CAVWINQ_TSWVKIF</a:t>
                      </a:r>
                    </a:p>
                  </a:txBody>
                  <a:tcPr marL="9525" marR="9525" marT="9525" marB="0" anchor="ctr">
                    <a:lnR w="381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1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ACCGGCAAAAAGCAAAAAAGTTTGAGTATCTAATATATGTCTCAACAAACTACAATCAACGACCCTTAGGAGGGAAGAACAAAAAAATTGAAGCAAGTAAAGATTTTCAAACTTCTACCTCAACCTTGAAAATAAATTACTTGAAGAAAGAAGATGAAGCCACCTACTACTGTGCAGTCTGGATAAATCAGGCACATCATGGGTCAAGATATTTGCCAAAGGGACAAAGCTCGTAGTAATTCCCCCAGACAAACGCACTGACTCAGACTTTTCTCCCAAGC</a:t>
                      </a:r>
                    </a:p>
                  </a:txBody>
                  <a:tcPr marL="9525" marR="9525" marT="9525" marB="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TRGV1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kumimoji="0" lang="zh-CN" altLang="en-US" sz="1800" b="1" i="0" u="none" strike="noStrike" kern="0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TRGJ4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TCRG-C4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altLang="zh-CN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28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55261531"/>
                  </a:ext>
                </a:extLst>
              </a:tr>
              <a:tr h="6502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1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rtl="0" latinLnBrk="0">
                        <a:buNone/>
                        <a:tabLst>
                          <a:tab pos="1663700" algn="l"/>
                        </a:tabLst>
                      </a:pPr>
                      <a:r>
                        <a:rPr lang="en-US" altLang="zh-CN" dirty="0"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Gamma</a:t>
                      </a:r>
                      <a:endParaRPr lang="zh-CN" altLang="zh-CN" sz="1400" dirty="0"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CAVWINQ_TSWVKIF</a:t>
                      </a:r>
                    </a:p>
                  </a:txBody>
                  <a:tcPr marL="9525" marR="9525" marT="9525" marB="0" anchor="ctr">
                    <a:lnR w="381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1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GTACCGGCAAAAAGCAAAAAAGTTTGAGTATCTAATATATGTCTCAACAAACTACAATCAACGACCCTTAGGAGGGAAGAACAAAAAAATTGAAGCAAGTAAAGATTTTCAAACTTCTACCTCAACCTTGAAAATAAATTACTTGAAGAAAGAAGATGAAGCCACCTACTACTGTGCAGTCTGGATAAATCAGGCACATCATGGGTCAAGATATTTGCCAAAGGGACAAAGCTCGTAGTAATTCCCCCAGACAAACGCACTGACTCAGACTTTTCTCCCAAGC</a:t>
                      </a:r>
                    </a:p>
                  </a:txBody>
                  <a:tcPr marL="9525" marR="9525" marT="9525" marB="0" anchor="ctr">
                    <a:lnL w="381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TRGV1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kumimoji="0" lang="zh-CN" altLang="en-US" sz="1800" b="1" i="0" u="none" strike="noStrike" kern="0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TRGJ4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TCRG-C4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altLang="zh-CN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1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rtl="0" latinLnBrk="0">
                        <a:buNone/>
                        <a:tabLst>
                          <a:tab pos="1663700" algn="l"/>
                        </a:tabLst>
                      </a:pPr>
                      <a:r>
                        <a:rPr lang="en-US" altLang="zh-CN"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Gamma</a:t>
                      </a:r>
                      <a:endParaRPr lang="zh-CN" altLang="zh-CN" sz="1400"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CAVWM*L_GFHKVF</a:t>
                      </a:r>
                    </a:p>
                  </a:txBody>
                  <a:tcPr marL="9525" marR="9525" marT="9525" marB="0" anchor="ctr">
                    <a:lnR w="381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100" b="0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ATTGGTACCGGCAAAAAACAAATCAACAGTTTGAGTATCTAATATATGTCGCAACAAACTACAATCAACGACCCTTAGGAGGGAAGCACAAAAAAATTGAAGCAAGTAAAGATTTTAAAAGTTCTACCTCAACCTTGGAAATAAATTACTTGAAGAAAGAAGATGAAGCCACCTACTACTGTGCAGTCTGGATGTAGCTCGGGCTTTCACAAGGTATTTGCAGAAGGAACAAAGCTCATAGTAATTCCCTCCGACAAAAGGCTTGATGCAGACATTTCCCCC</a:t>
                      </a:r>
                    </a:p>
                  </a:txBody>
                  <a:tcPr marL="9525" marR="9525" marT="9525" marB="0" anchor="ctr">
                    <a:lnL w="381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TRGV2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kumimoji="0" lang="zh-CN" altLang="en-US" sz="1800" b="1" i="0" u="none" strike="noStrike" kern="0" cap="none" spc="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TRGJ2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TCRG-C1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altLang="zh-CN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1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rtl="0" latinLnBrk="0">
                        <a:buNone/>
                        <a:tabLst>
                          <a:tab pos="1663700" algn="l"/>
                        </a:tabLst>
                      </a:pPr>
                      <a:r>
                        <a:rPr lang="en-US" altLang="zh-CN"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Gamma</a:t>
                      </a:r>
                      <a:endParaRPr lang="zh-CN" altLang="zh-CN" sz="1400"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CACWDSPGFHKVF</a:t>
                      </a:r>
                    </a:p>
                  </a:txBody>
                  <a:tcPr marL="9525" marR="9525" marT="9525" marB="0" anchor="ctr">
                    <a:lnR w="381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100" b="0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GTAACCAAGAGAAGCCAGGCCAGCGTCTCCAAAGAATGCTGTGTAGTTCTTCAAAAGAAAACATTGTCTATGAGAAAGATTTTAGTGACGAAAGATATGAGGCAAGGACATGGCAGAGTGATTTGTCTTCAGTCCTCACCATACACCAAGTGACAGAAGAGGACACGGGAACTTATTACTGTGCATGCTGGGATAGCCCAGGTTTTCACAAGGTATTTGCAGAAGGAACTAAGCTCATAGTAATTCCCTCTGACAAAAGGCTTGATGCAGACATTTCCCCC</a:t>
                      </a:r>
                    </a:p>
                  </a:txBody>
                  <a:tcPr marL="9525" marR="9525" marT="9525" marB="0" anchor="ctr">
                    <a:lnL w="381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TRGV6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kumimoji="0" lang="zh-CN" altLang="en-US" sz="1800" b="1" i="0" u="none" strike="noStrike" kern="0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TRGJ1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TCRG-C1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altLang="zh-CN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1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rtl="0" latinLnBrk="0">
                        <a:buNone/>
                        <a:tabLst>
                          <a:tab pos="1663700" algn="l"/>
                        </a:tabLst>
                      </a:pPr>
                      <a:r>
                        <a:rPr lang="en-US" altLang="zh-CN" dirty="0"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Gamma</a:t>
                      </a:r>
                      <a:endParaRPr lang="zh-CN" altLang="zh-CN" sz="1400" dirty="0"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CAVWIPGTSWVKIF</a:t>
                      </a:r>
                    </a:p>
                  </a:txBody>
                  <a:tcPr marL="9525" marR="9525" marT="9525" marB="0" anchor="ctr">
                    <a:lnR w="381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1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GGTACCGGCAAAAAGCAAAGAAGTTTGAGTATCTAATATATGTCTCAACAAACTACAATCAACGACCCTTAGGAGGGAAGAACAAAAAAATTGAAGCAAGTAAAGATTTTCAAACTTCTACCTCAACCTTGAAAATAAATTACTTGAAGAAAGAAGATGAAGCCACCTACTACTGTGCAGTCTGGATACCAGGCACATCATGGGTCAAGATATTTGCCAAAGGGACAAAGCTCGTAGTAATTCCCCCAGACAAACGCACTGACTCAGACTTTTCTCCCAAGC</a:t>
                      </a:r>
                    </a:p>
                  </a:txBody>
                  <a:tcPr marL="9525" marR="9525" marT="9525" marB="0" anchor="ctr">
                    <a:lnL w="381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TRGV1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kumimoji="0" lang="zh-CN" altLang="en-US" sz="1800" b="1" i="0" u="none" strike="noStrike" kern="0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TRGJ4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TCRG-C4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altLang="zh-CN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1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rtl="0" latinLnBrk="0">
                        <a:buNone/>
                        <a:tabLst>
                          <a:tab pos="1663700" algn="l"/>
                        </a:tabLst>
                      </a:pPr>
                      <a:r>
                        <a:rPr lang="en-US" altLang="zh-CN" dirty="0"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Gamma</a:t>
                      </a:r>
                      <a:endParaRPr lang="zh-CN" altLang="zh-CN" sz="1400" dirty="0"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CAVWM*L_GFHKVF</a:t>
                      </a:r>
                    </a:p>
                  </a:txBody>
                  <a:tcPr marL="9525" marR="9525" marT="9525" marB="0" anchor="ctr">
                    <a:lnR w="381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100" b="0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ATGGTACCGGCAAAAAGCAAATCAACAGTTTGAGTATCTAATATATGTCGCAACAAACTACAATCAACGACCCTTAGGAGGGAAGCACAAAAAAATTGAAGCAAGTAAAGATTTTAAAAGTTCTACCTCAACCTTGGAAATAAATTACTTGAAGAAAGAAGATGAAGCCACCTACTACTGTGCAGTCTGGATGTAGCTCGGGCTTTCACAAGGTATTTGCAGAAGGAACAAAGCTCATAGTAATTCCCTCCGACAAAAGGCTTGATGCAGACATTTCCCCC</a:t>
                      </a:r>
                    </a:p>
                  </a:txBody>
                  <a:tcPr marL="9525" marR="9525" marT="9525" marB="0" anchor="ctr">
                    <a:lnL w="381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TRGV2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kumimoji="0" lang="zh-CN" altLang="en-US" sz="1800" b="1" i="0" u="none" strike="noStrike" kern="0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TRGJ2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TCRG-C1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altLang="zh-CN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1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rtl="0" latinLnBrk="0">
                        <a:buNone/>
                        <a:tabLst>
                          <a:tab pos="1663700" algn="l"/>
                        </a:tabLst>
                      </a:pPr>
                      <a:r>
                        <a:rPr lang="en-US" altLang="zh-CN"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Gamma</a:t>
                      </a:r>
                      <a:endParaRPr lang="zh-CN" altLang="zh-CN" sz="1400"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CAVWM*L_GFHKVF</a:t>
                      </a:r>
                    </a:p>
                  </a:txBody>
                  <a:tcPr marL="9525" marR="9525" marT="9525" marB="0" anchor="ctr">
                    <a:lnR w="381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100" b="0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ATTGGTACCGGCAAAAAACAAATCAACAGTTTGAGTATCTAATATATGTCGCAACAAACTACAATCAACGACCCTTAGGAGGGAAGCACAAAAAAATTGAAGCAAGTAAAGATTTTAAAAGTTCTACCTCAACCTTGGAAATAAATTACTTGAAGAAAGAAGATGAAGCCACCTACTACTGTGCAGTCTGGATGTAGCTCGGGCTTTCACAAGGTATTTGCAGAGGGAACAAAGCTCATAGTAATTCCCTCCGACAAAAGGCTTGATGCAGACATTTCCCCC</a:t>
                      </a:r>
                    </a:p>
                  </a:txBody>
                  <a:tcPr marL="9525" marR="9525" marT="9525" marB="0" anchor="ctr">
                    <a:lnL w="381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TRGV2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kumimoji="0" lang="zh-CN" altLang="en-US" sz="1800" b="1" i="0" u="none" strike="noStrike" kern="0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TRGJ2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TCRG-C1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altLang="zh-CN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1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rtl="0" latinLnBrk="0">
                        <a:buNone/>
                        <a:tabLst>
                          <a:tab pos="1663700" algn="l"/>
                        </a:tabLst>
                      </a:pPr>
                      <a:r>
                        <a:rPr lang="en-US" altLang="zh-CN" dirty="0"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Gamma</a:t>
                      </a:r>
                      <a:endParaRPr lang="zh-CN" altLang="zh-CN" sz="1400" dirty="0"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CAVWM*L_GFHKVF</a:t>
                      </a:r>
                    </a:p>
                  </a:txBody>
                  <a:tcPr marL="9525" marR="9525" marT="9525" marB="0" anchor="ctr">
                    <a:lnR w="381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1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ATTGGCACCGGCAAAAAACAAATCAACAGTTTGAGTATCTAATATATGTCGCAACAAACTACAATCAACGACCCTTAGGAGGGAAGCACAAAAAAATTGAAGCAAGTAAAGATTTTAAAAGTTCTACCTCAACCTTGGAAATAAATTACTTGAAGAAAGAAGATGAAGCCACCTACTACTGTGCAGTCTGGATGTAGCTCGGGCTTTCACAAGGTATTTGCAGAGGGAACAAAGCTCATAGTAATTCCCTCCGACAAAAGGCTTGATGCAGACATTTCCCCC</a:t>
                      </a:r>
                    </a:p>
                  </a:txBody>
                  <a:tcPr marL="9525" marR="9525" marT="9525" marB="0" anchor="ctr">
                    <a:lnL w="381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TRGV2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kumimoji="0" lang="zh-CN" altLang="en-US" sz="1800" b="1" i="0" u="none" strike="noStrike" kern="0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TRGJ2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TCRG-C1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altLang="zh-CN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1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9</a:t>
                      </a: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rtl="0" latinLnBrk="0">
                        <a:buNone/>
                        <a:tabLst>
                          <a:tab pos="1663700" algn="l"/>
                        </a:tabLst>
                      </a:pPr>
                      <a:r>
                        <a:rPr lang="en-US" altLang="zh-CN" dirty="0"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Gamma</a:t>
                      </a:r>
                      <a:endParaRPr lang="zh-CN" altLang="zh-CN" sz="1400" dirty="0"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CAVWM*L_GFHKVF</a:t>
                      </a:r>
                    </a:p>
                  </a:txBody>
                  <a:tcPr marL="9525" marR="9525" marT="9525" marB="0" anchor="ctr">
                    <a:lnR w="381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1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ATTGGTACCGGCAAAAAACAAATCAACAGTTTGAGTATCTAATATATGTCGCAACAAACTACAATCAACGACCCTTAGGAGGGAAGCACAAAAAAATTGAAGCAAGTAAAGATTTTAAAAGTTCTACCTCAACCTTGGAAATAAATTACTTGAAGAAAGAAGATGAAGCCACCTACTACTGTGCAGTCTGGATGTAGCTCGGGCTTTCACAAGGTATTTGCAGAAGGAACAAAGCTCATAGTAATTCCCTCCGACAAAAGGCTTGATGCAGACATTTCCCCCC</a:t>
                      </a:r>
                    </a:p>
                  </a:txBody>
                  <a:tcPr marL="9525" marR="9525" marT="9525" marB="0" anchor="ctr">
                    <a:lnL w="381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TRGV2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kumimoji="0" lang="zh-CN" altLang="en-US" sz="1800" b="1" i="0" u="none" strike="noStrike" kern="0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TRGJ2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TCRG-C1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altLang="zh-CN" sz="1800" b="1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1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10</a:t>
                      </a: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rtl="0" latinLnBrk="0">
                        <a:buNone/>
                        <a:tabLst>
                          <a:tab pos="1663700" algn="l"/>
                        </a:tabLst>
                      </a:pPr>
                      <a:r>
                        <a:rPr lang="en-US" altLang="zh-CN" dirty="0"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Gamma</a:t>
                      </a:r>
                      <a:endParaRPr lang="zh-CN" altLang="zh-CN" sz="1400" dirty="0"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CAVWM*L_GFHKVF</a:t>
                      </a:r>
                    </a:p>
                  </a:txBody>
                  <a:tcPr marL="9525" marR="9525" marT="9525" marB="0" anchor="ctr">
                    <a:lnR w="381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1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ATTGTTACCGCAAAAAAAAAATCAACAGTTTGAGTATCTAATATATGTCGCAACAAACTACAATCAACGACCCTTAGGAGGGAAGCACAAAAAAATTGAAGCAAGTAAAGATTTTAAAAGTTCTACCTCAACCTTGGAAATAAATTACTTGAAGAAAGAAGATGAAGCCACCTACTACTGTGCAGTCTGGATGTAGCTCGGGCTTTCACAAGGTATTTGCAGAAGGAACAAAGCTCATAGTAATTCCCTCCGACAAAAGTCTTGATGCAGACATTTCCCCC</a:t>
                      </a:r>
                    </a:p>
                  </a:txBody>
                  <a:tcPr marL="9525" marR="9525" marT="9525" marB="0" anchor="ctr">
                    <a:lnL w="381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TRGV2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kumimoji="0" lang="zh-CN" altLang="en-US" sz="1800" b="1" i="0" u="none" strike="noStrike" kern="0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TRGJ2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TCRG-C1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altLang="zh-CN" sz="1800" b="1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pic>
        <p:nvPicPr>
          <p:cNvPr id="2" name="SL_03_NH_LLM_CD4T__TRA.png">
            <a:extLst>
              <a:ext uri="{FF2B5EF4-FFF2-40B4-BE49-F238E27FC236}">
                <a16:creationId xmlns:a16="http://schemas.microsoft.com/office/drawing/2014/main" id="{D45621E3-5136-2EA1-63E3-9DEDC0CBBA34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09518" y="1640875"/>
            <a:ext cx="4139490" cy="413949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" name="SL_03_NH_LLM_CD4T__TRB.png">
            <a:extLst>
              <a:ext uri="{FF2B5EF4-FFF2-40B4-BE49-F238E27FC236}">
                <a16:creationId xmlns:a16="http://schemas.microsoft.com/office/drawing/2014/main" id="{09B79650-0AF1-16A7-8478-6ACA0FC5FDED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28652" y="1640875"/>
            <a:ext cx="4139490" cy="413949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" name="SL_03_NH_LLM_CD4T__TRB">
            <a:extLst>
              <a:ext uri="{FF2B5EF4-FFF2-40B4-BE49-F238E27FC236}">
                <a16:creationId xmlns:a16="http://schemas.microsoft.com/office/drawing/2014/main" id="{0EAE53DF-EEE9-3A44-157B-4C908C6C130F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6756546" y="611399"/>
            <a:ext cx="3683701" cy="471924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r>
              <a:rPr lang="en-US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SD_01_CD8_0127__TRG</a:t>
            </a:r>
            <a:endParaRPr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" name="SL_03_NH_LLM_CD4T__TRA">
            <a:extLst>
              <a:ext uri="{FF2B5EF4-FFF2-40B4-BE49-F238E27FC236}">
                <a16:creationId xmlns:a16="http://schemas.microsoft.com/office/drawing/2014/main" id="{3A15B4F6-0F04-725B-FCCF-EAC127C68CB4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845427" y="611399"/>
            <a:ext cx="3667672" cy="471924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r>
              <a:rPr lang="en-US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SD_01_CD8_0127__TRD</a:t>
            </a:r>
            <a:endParaRPr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3463197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EE3BA2-AD8A-EA4C-1CB6-73E338988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3" name="Table">
            <a:extLst>
              <a:ext uri="{FF2B5EF4-FFF2-40B4-BE49-F238E27FC236}">
                <a16:creationId xmlns:a16="http://schemas.microsoft.com/office/drawing/2014/main" id="{3407922B-1B0F-72F0-E9D9-7E5D98F5C13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85278613"/>
              </p:ext>
            </p:extLst>
          </p:nvPr>
        </p:nvGraphicFramePr>
        <p:xfrm>
          <a:off x="709295" y="6047105"/>
          <a:ext cx="22381842" cy="5591810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1365437">
                  <a:extLst>
                    <a:ext uri="{9D8B030D-6E8A-4147-A177-3AD203B41FA5}">
                      <a16:colId xmlns:a16="http://schemas.microsoft.com/office/drawing/2014/main" val="3024232200"/>
                    </a:ext>
                  </a:extLst>
                </a:gridCol>
                <a:gridCol w="13654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13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436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54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484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654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6484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6543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ct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 b="0"/>
                      </a:pPr>
                      <a:r>
                        <a:rPr lang="en-US" altLang="zh-CN" sz="24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index</a:t>
                      </a:r>
                      <a:endParaRPr sz="2400" b="0" i="0" u="none" strike="noStrike" cap="none" spc="0" baseline="0" dirty="0"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 b="0"/>
                      </a:pPr>
                      <a:r>
                        <a:rPr lang="en-US" altLang="zh-CN" sz="24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Chain</a:t>
                      </a:r>
                      <a:endParaRPr sz="2400" b="0" i="0" u="none" strike="noStrike" cap="none" spc="0" baseline="0" dirty="0"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marL="0" marR="0" indent="0" algn="ct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 b="0"/>
                      </a:pPr>
                      <a:r>
                        <a:rPr sz="24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CDR3(pep)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marL="0" marR="0" indent="0" algn="ct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 b="0"/>
                      </a:pPr>
                      <a:r>
                        <a:rPr sz="2400" b="0" i="0" u="none" strike="noStrike" cap="none" spc="0" baseline="0" dirty="0" err="1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joinedSeq</a:t>
                      </a:r>
                      <a:endParaRPr sz="2400" b="0" i="0" u="none" strike="noStrike" cap="none" spc="0" baseline="0" dirty="0"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marL="0" marR="0" indent="0" algn="ct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 b="0"/>
                      </a:pPr>
                      <a:r>
                        <a:rPr sz="2400" b="0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V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marL="0" marR="0" indent="0" algn="ct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 b="0"/>
                      </a:pPr>
                      <a:r>
                        <a:rPr sz="2400" b="0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D</a:t>
                      </a:r>
                    </a:p>
                  </a:txBody>
                  <a:tcPr marL="63500" marR="63500" marT="0" marB="0" anchor="ctr" horzOverflow="overflow"/>
                </a:tc>
                <a:tc>
                  <a:txBody>
                    <a:bodyPr/>
                    <a:lstStyle/>
                    <a:p>
                      <a:pPr marL="0" marR="0" indent="0" algn="ct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 b="0"/>
                      </a:pPr>
                      <a:r>
                        <a:rPr sz="24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J</a:t>
                      </a:r>
                    </a:p>
                  </a:txBody>
                  <a:tcPr marL="63500" marR="63500" marT="0" marB="0" anchor="ctr" horzOverflow="overflow"/>
                </a:tc>
                <a:tc>
                  <a:txBody>
                    <a:bodyPr/>
                    <a:lstStyle/>
                    <a:p>
                      <a:pPr marL="0" marR="0" indent="0" algn="ct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 b="0"/>
                      </a:pPr>
                      <a:r>
                        <a:rPr sz="24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</a:t>
                      </a:r>
                    </a:p>
                  </a:txBody>
                  <a:tcPr marL="63500" marR="63500" marT="0" marB="0" anchor="ctr" horzOverflow="overflow"/>
                </a:tc>
                <a:tc>
                  <a:txBody>
                    <a:bodyPr/>
                    <a:lstStyle/>
                    <a:p>
                      <a:pPr marL="0" marR="0" indent="0" algn="ct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 b="0"/>
                      </a:pPr>
                      <a:r>
                        <a:rPr sz="24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copy</a:t>
                      </a:r>
                    </a:p>
                  </a:txBody>
                  <a:tcPr marL="63500" marR="63500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0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1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1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Alpha</a:t>
                      </a:r>
                    </a:p>
                  </a:txBody>
                  <a:tcPr marL="50800" marR="50800" marT="50800" marB="50800" anchor="ctr" horzOverflow="overflow">
                    <a:solidFill>
                      <a:srgbClr val="C329A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CVVGDRGSALGRLHF</a:t>
                      </a:r>
                    </a:p>
                  </a:txBody>
                  <a:tcPr marL="9525" marR="9525" marT="9525" marB="0" anchor="ctr">
                    <a:lnR w="381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1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CAGACGTGTGCTCTTCCGATCTTTTCACAGGCAAAGGTCTTGTGTCCCTGACAGTCCTGGTTCATGAAAATGACAAAACGTCAAATGGGAGATACTCAGCAACTCTGGATAAAGATGCTAAGCACAGCACGCTGCACATCACAGCCACCCTGCTGGATGACACTGCCACCTACATCTGTGTGGTGGGCGATAGAGGTTCAGCCTTAGGGAGGCTGCATTTTGGAGCTGGGACTCAGCTGATTGTCATACCTGACATCCAGAACCCAGAACCTGCTGTGTAC</a:t>
                      </a:r>
                    </a:p>
                  </a:txBody>
                  <a:tcPr marL="9525" marR="9525" marT="9525" marB="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TRAV11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kumimoji="0" lang="zh-CN" altLang="en-US" sz="1800" b="1" i="0" u="none" strike="noStrike" kern="0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TRAJ18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altLang="zh-CN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77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55261531"/>
                  </a:ext>
                </a:extLst>
              </a:tr>
              <a:tr h="1790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1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18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Alpha</a:t>
                      </a:r>
                      <a:endParaRPr kumimoji="0" lang="en-US" altLang="zh-CN" sz="18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solidFill>
                      <a:srgbClr val="C329A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CVVGDRGSALGRLHF</a:t>
                      </a:r>
                    </a:p>
                  </a:txBody>
                  <a:tcPr marL="9525" marR="9525" marT="9525" marB="0" anchor="ctr">
                    <a:lnR w="381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1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CAGACGTGTGCTCTTCCGATCTTTTCACAGGCAAAGGTCTTGTGTCCCTGACAGTCCTGGTTCATGAAAATGACAAAACGTCAAATGGGAGATACTCAGCAACTCTGGATAAAGATGCTAAGCACAGCACGCTGCACATCACAGCCACCCTGCTGGATGACACTGCCACCTACATCTGTGTGGTGGGGGATAGAGGTTCAGCCTTAGGGAGGCTGCATTTTGGAGCTGGGACTCAGCTGATTGTCATACCTGACATCCAGAACCCAGAACCTGCTGTGTAC</a:t>
                      </a:r>
                    </a:p>
                  </a:txBody>
                  <a:tcPr marL="9525" marR="9525" marT="9525" marB="0" anchor="ctr">
                    <a:lnL w="381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TRAV11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kumimoji="0" lang="zh-CN" altLang="en-US" sz="1800" b="1" i="0" u="none" strike="noStrike" kern="0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TRAJ18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altLang="zh-CN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52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90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1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1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Alpha</a:t>
                      </a:r>
                    </a:p>
                  </a:txBody>
                  <a:tcPr marL="50800" marR="50800" marT="50800" marB="50800" anchor="ctr" horzOverflow="overflow">
                    <a:solidFill>
                      <a:srgbClr val="C329A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CVVGDRGSALGRLHF</a:t>
                      </a:r>
                    </a:p>
                  </a:txBody>
                  <a:tcPr marL="9525" marR="9525" marT="9525" marB="0" anchor="ctr">
                    <a:lnR w="381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1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CAGACGTGTGCTCTTCCGATCTTTACACAGGCAAAGGTCTTGTGTCCCTGACAGTCCTGGTTCATGAAAATGACAAAACGTCAAATGGGAGATACTCAGCAACTCTGGATAAAGATGCTAAGCACAGCACGCTGCACATCACAGCCACCCTGCTGGATGACACTGCCACCTACATCTGTGTGGTGGGCGATAGAGGTTCAGCCTTAGGGAGGCTGCATTTTGGAGCTGGGACTCAGCTGATTGTCATACCTGACATCCAGAACCCAGAACCTGCTGTGTAC</a:t>
                      </a:r>
                    </a:p>
                  </a:txBody>
                  <a:tcPr marL="9525" marR="9525" marT="9525" marB="0" anchor="ctr">
                    <a:lnL w="381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TRAV11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kumimoji="0" lang="zh-CN" altLang="en-US" sz="1800" b="1" i="0" u="none" strike="noStrike" kern="0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TRAJ18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altLang="zh-CN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43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90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1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18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Alpha</a:t>
                      </a:r>
                      <a:endParaRPr kumimoji="0" lang="en-US" altLang="zh-CN" sz="18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solidFill>
                      <a:srgbClr val="C329A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CVVGDRGSALGRLHF</a:t>
                      </a:r>
                    </a:p>
                  </a:txBody>
                  <a:tcPr marL="9525" marR="9525" marT="9525" marB="0" anchor="ctr">
                    <a:lnR w="381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100" b="0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CAGACGTGTGCTCTTCCGATCTTATCACAGGCAAAGGTCTTGTGTCCCTGACAGTCCTGGTTCATGAAAATGACAAAACGTCAAATGGGAGATACTCAGCAACTCTGGATAAAGATGCTAAGCACAGCACGCTGCACATCACAGCCACCCTGCTGGATGACACTGCCACCTACATCTGTGTGGTGGGCGATAGAGGTTCAGCCTTAGGGAGGCTGCATTTTGGAGCTGGGACTCAGCTGATTGTCATACCTGACATCCAGAACCCAGAACCTGCTGTGTAC</a:t>
                      </a:r>
                    </a:p>
                  </a:txBody>
                  <a:tcPr marL="9525" marR="9525" marT="9525" marB="0" anchor="ctr">
                    <a:lnL w="381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TRAV11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kumimoji="0" lang="zh-CN" altLang="en-US" sz="1800" b="1" i="0" u="none" strike="noStrike" kern="0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TRAJ18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altLang="zh-CN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38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90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1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1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Alpha</a:t>
                      </a:r>
                    </a:p>
                  </a:txBody>
                  <a:tcPr marL="50800" marR="50800" marT="50800" marB="50800" anchor="ctr" horzOverflow="overflow">
                    <a:solidFill>
                      <a:srgbClr val="C329A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CVVGDRGSALGRLHF</a:t>
                      </a:r>
                    </a:p>
                  </a:txBody>
                  <a:tcPr marL="9525" marR="9525" marT="9525" marB="0" anchor="ctr">
                    <a:lnR w="381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100" b="0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CAGACGTGTGCTCTTCCGATCTATTCACAGGCAAAGGTCTTGTGTCCCTGACAGTCCTGGTTCATGAAAATGACAAAACGTCAAATGGGAGATACTCAGCAACTCTGGATAAAGATGCTAAGCACAGCACGCTGCACATCACAGCCACCCTGCTGGATGACACTGCCACCTACATCTGTGTGGTGGGCGATAGAGGTTCAGCCTTAGGGAGGCTGCATTTTGGAGCTGGGACTCAGCTGATTGTCATACCTGACATCCAGAACCCAGAACCTGCTGTGTAC</a:t>
                      </a:r>
                    </a:p>
                  </a:txBody>
                  <a:tcPr marL="9525" marR="9525" marT="9525" marB="0" anchor="ctr">
                    <a:lnL w="381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TRAV11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kumimoji="0" lang="zh-CN" altLang="en-US" sz="1800" b="1" i="0" u="none" strike="noStrike" kern="0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TRAJ18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altLang="zh-CN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34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90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1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1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Alpha</a:t>
                      </a:r>
                    </a:p>
                  </a:txBody>
                  <a:tcPr marL="50800" marR="50800" marT="50800" marB="50800" anchor="ctr" horzOverflow="overflow">
                    <a:solidFill>
                      <a:srgbClr val="C329A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CVVGDRGSALGRLHF</a:t>
                      </a:r>
                    </a:p>
                  </a:txBody>
                  <a:tcPr marL="9525" marR="9525" marT="9525" marB="0" anchor="ctr">
                    <a:lnR w="381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1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CAGACGTGTGCTCTTCCGATCTTTTCACAGGCAAAGGTCTTGTGTCCCTGACAGTCCTGGTTCATGAAAATGACAAAACGTCAAATGGGAGATACTCAGCAACTCTGGATAAAGATGCTAAGCACAGCACGCTGCACATCACAGCCACCCTGCTGGATGACACTGCCACCTACATCTGTGTGGTGGGAGATAGAGGTTCAGCCTTAGGGAGGCTGCATTTTGGAGCTGGGACTCAGCTGATTGTCATACCTGACATCCAGAACCCAGAACCTGCTGTGTAC</a:t>
                      </a:r>
                    </a:p>
                  </a:txBody>
                  <a:tcPr marL="9525" marR="9525" marT="9525" marB="0" anchor="ctr">
                    <a:lnL w="381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TRAV11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kumimoji="0" lang="zh-CN" altLang="en-US" sz="1800" b="1" i="0" u="none" strike="noStrike" kern="0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TRAJ18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altLang="zh-CN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29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790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1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1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Alpha</a:t>
                      </a:r>
                    </a:p>
                  </a:txBody>
                  <a:tcPr marL="50800" marR="50800" marT="50800" marB="50800" anchor="ctr" horzOverflow="overflow">
                    <a:solidFill>
                      <a:srgbClr val="C329A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CVVGDRGSALGRLHF</a:t>
                      </a:r>
                    </a:p>
                  </a:txBody>
                  <a:tcPr marL="9525" marR="9525" marT="9525" marB="0" anchor="ctr">
                    <a:lnR w="381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100" b="0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CAGACGTGTGCTCTTCCGATCTTAACACAGGCAAAGGTCTTGTGTCCCTGACAGTCCTGGTTCATGAAAATGACAAAACGTCAAATGGGAGATACTCAGCAACTCTGGATAAAGATGCTAAGCACAGCACGCTGCACATCACAGCCACCCTGCTGGATGACACTGCCACCTACATCTGTGTGGTGGGCGATAGAGGTTCAGCCTTAGGGAGGCTGCATTTTGGAGCTGGGACTCAGCTGATTGTCATACCTGACATCCAGAACCCAGAACCTGCTGTGTAC</a:t>
                      </a:r>
                    </a:p>
                  </a:txBody>
                  <a:tcPr marL="9525" marR="9525" marT="9525" marB="0" anchor="ctr">
                    <a:lnL w="381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TRAV11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kumimoji="0" lang="zh-CN" altLang="en-US" sz="1800" b="1" i="0" u="none" strike="noStrike" kern="0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TRAJ18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altLang="zh-CN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29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790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1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1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Alpha</a:t>
                      </a:r>
                    </a:p>
                  </a:txBody>
                  <a:tcPr marL="50800" marR="50800" marT="50800" marB="50800" anchor="ctr" horzOverflow="overflow">
                    <a:solidFill>
                      <a:srgbClr val="C329A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CVVGDRGSALGRLHF</a:t>
                      </a:r>
                    </a:p>
                  </a:txBody>
                  <a:tcPr marL="9525" marR="9525" marT="9525" marB="0" anchor="ctr">
                    <a:lnR w="381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1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CAGACGTGTGCTCTTCCGATCTTTGCACAGGCAAAGGTCTTGTGTCCCTGACAGTCCTGGTTCATGAAAATGACAAAACGTCAAATGGGAGATACTCAGCAACTCTGGATAAAGATGCTAAGCACAGCACGCTGCACATCACAGCCACCCTGCTGGATGACACTGCCACCTACATCTGTGTGGTGGGCGATAGAGGTTCAGCCTTAGGGAGGCTGCATTTTGGAGCTGGGACTCAGCTGATTGTCATACCTGACATCCAGAACCCAGAACCTGCTGTGTAC</a:t>
                      </a:r>
                    </a:p>
                  </a:txBody>
                  <a:tcPr marL="9525" marR="9525" marT="9525" marB="0" anchor="ctr">
                    <a:lnL w="381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TRAV11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kumimoji="0" lang="zh-CN" altLang="en-US" sz="1800" b="1" i="0" u="none" strike="noStrike" kern="0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TRAJ18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altLang="zh-CN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29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790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1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9</a:t>
                      </a: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18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Alpha</a:t>
                      </a:r>
                      <a:endParaRPr kumimoji="0" lang="en-US" altLang="zh-CN" sz="18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solidFill>
                      <a:srgbClr val="C329A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CVVGDRGSALGRLHF</a:t>
                      </a:r>
                    </a:p>
                  </a:txBody>
                  <a:tcPr marL="9525" marR="9525" marT="9525" marB="0" anchor="ctr">
                    <a:lnR w="381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1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CAGACGTGTGCTCTTCCGATCTTATCACAGGCAAAGGTCTTGTGTCCCTGACAGTCCTGGTTCATGAAAATGACAAAACGTCAAATGGGAGATACTCAGCAACTCTGGATAAAGATGCTAAGCACAGCACGCTGCACATCACAGCCACCCTGCTGGATGACACTGCCACCTACATCTGTGTGGTGGGGGATAGAGGTTCAGCCTTAGGGAGGCTGCATTTTGGAGCTGGGACTCAGCTGATTGTCATACCTGACATCCAGAACCCAGAACCTGCTGTGTAC</a:t>
                      </a:r>
                    </a:p>
                  </a:txBody>
                  <a:tcPr marL="9525" marR="9525" marT="9525" marB="0" anchor="ctr">
                    <a:lnL w="381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TRAV11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kumimoji="0" lang="zh-CN" altLang="en-US" sz="1800" b="1" i="0" u="none" strike="noStrike" kern="0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TRAJ18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altLang="zh-CN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28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790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1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10</a:t>
                      </a: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1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Alpha</a:t>
                      </a:r>
                    </a:p>
                  </a:txBody>
                  <a:tcPr marL="50800" marR="50800" marT="50800" marB="50800" anchor="ctr" horzOverflow="overflow">
                    <a:solidFill>
                      <a:srgbClr val="C329A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CVVGDRGSALGRLHF</a:t>
                      </a:r>
                    </a:p>
                  </a:txBody>
                  <a:tcPr marL="9525" marR="9525" marT="9525" marB="0" anchor="ctr">
                    <a:lnR w="381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1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CAGACGTGTGCTCTTCCGATCTATTCACAGGCAAAGGTCTTGTGTCCCTGACAGTCCTGGTTCATGAAAATGACAAAACGTCAAATGGGAGATACTCAGCAACTCTGGATAAAGATGCTAAGCACAGCACGCTGCACATCACAGCCACCCTGCTGGATGACACTGCCACCTACATCTGTGTGGTGGGGGATAGAGGTTCAGCCTTAGGGAGGCTGCATTTTGGAGCTGGGACTCAGCTGATTGTCATACCTGACATCCAGAACCCAGAACCTGCTGTGTAC</a:t>
                      </a:r>
                    </a:p>
                  </a:txBody>
                  <a:tcPr marL="9525" marR="9525" marT="9525" marB="0" anchor="ctr">
                    <a:lnL w="381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TRAV11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kumimoji="0" lang="zh-CN" altLang="en-US" sz="1800" b="1" i="0" u="none" strike="noStrike" kern="0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TRAJ18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altLang="zh-CN" sz="1800" b="1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27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pic>
        <p:nvPicPr>
          <p:cNvPr id="164" name="SL_03_NH_LLM_CD4T__TRA.png">
            <a:extLst>
              <a:ext uri="{FF2B5EF4-FFF2-40B4-BE49-F238E27FC236}">
                <a16:creationId xmlns:a16="http://schemas.microsoft.com/office/drawing/2014/main" id="{358754B9-214B-90FF-A5B8-A866D863D7A4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09518" y="1640875"/>
            <a:ext cx="4139490" cy="413949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65" name="SL_03_NH_LLM_CD4T__TRB.png">
            <a:extLst>
              <a:ext uri="{FF2B5EF4-FFF2-40B4-BE49-F238E27FC236}">
                <a16:creationId xmlns:a16="http://schemas.microsoft.com/office/drawing/2014/main" id="{72109C90-5EF5-F6A5-D73F-3DC810E24828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28652" y="1640875"/>
            <a:ext cx="4139490" cy="413949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66" name="SL_03_NH_LLM_CD4T__TRB">
            <a:extLst>
              <a:ext uri="{FF2B5EF4-FFF2-40B4-BE49-F238E27FC236}">
                <a16:creationId xmlns:a16="http://schemas.microsoft.com/office/drawing/2014/main" id="{7C213DAC-AA1F-7BDC-4D05-8D50847F63B3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6834291" y="611399"/>
            <a:ext cx="3528210" cy="471924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r>
              <a:rPr lang="en-US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SD_01_MCT0209__TRB</a:t>
            </a:r>
            <a:endParaRPr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67" name="SL_03_NH_LLM_CD4T__TRA">
            <a:extLst>
              <a:ext uri="{FF2B5EF4-FFF2-40B4-BE49-F238E27FC236}">
                <a16:creationId xmlns:a16="http://schemas.microsoft.com/office/drawing/2014/main" id="{259F5C6E-DD19-50A9-8945-BEDE31C18D9D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845427" y="611399"/>
            <a:ext cx="3667672" cy="471924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r>
              <a:rPr lang="en-US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SD_01_MCT0209__TRA</a:t>
            </a:r>
            <a:endParaRPr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123670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C377D4-94F7-13AF-05CF-C05A18DC2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3" name="Table">
            <a:extLst>
              <a:ext uri="{FF2B5EF4-FFF2-40B4-BE49-F238E27FC236}">
                <a16:creationId xmlns:a16="http://schemas.microsoft.com/office/drawing/2014/main" id="{DA917B15-2D0D-92E1-0F57-7ECD0F03424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52142972"/>
              </p:ext>
            </p:extLst>
          </p:nvPr>
        </p:nvGraphicFramePr>
        <p:xfrm>
          <a:off x="709295" y="6083808"/>
          <a:ext cx="22381842" cy="5867400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1365437">
                  <a:extLst>
                    <a:ext uri="{9D8B030D-6E8A-4147-A177-3AD203B41FA5}">
                      <a16:colId xmlns:a16="http://schemas.microsoft.com/office/drawing/2014/main" val="2781106577"/>
                    </a:ext>
                  </a:extLst>
                </a:gridCol>
                <a:gridCol w="13654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13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436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54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484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654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6484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6543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marL="0" marR="0" indent="0" algn="ct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 b="0"/>
                      </a:pPr>
                      <a:r>
                        <a:rPr lang="en-US" altLang="zh-CN" sz="24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index</a:t>
                      </a:r>
                      <a:endParaRPr sz="2400" b="0" i="0" u="none" strike="noStrike" cap="none" spc="0" baseline="0" dirty="0"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 b="0"/>
                      </a:pPr>
                      <a:r>
                        <a:rPr lang="en-US" altLang="zh-CN" sz="24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Chain</a:t>
                      </a:r>
                      <a:endParaRPr sz="2400" b="0" i="0" u="none" strike="noStrike" cap="none" spc="0" baseline="0" dirty="0"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marL="0" marR="0" indent="0" algn="ct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 b="0"/>
                      </a:pPr>
                      <a:r>
                        <a:rPr sz="24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CDR3(pep)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marL="0" marR="0" indent="0" algn="ct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 b="0"/>
                      </a:pPr>
                      <a:r>
                        <a:rPr sz="2400" b="0" i="0" u="none" strike="noStrike" cap="none" spc="0" baseline="0" dirty="0" err="1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joinedSeq</a:t>
                      </a:r>
                      <a:endParaRPr sz="2400" b="0" i="0" u="none" strike="noStrike" cap="none" spc="0" baseline="0" dirty="0"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marL="0" marR="0" indent="0" algn="ct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 b="0"/>
                      </a:pPr>
                      <a:r>
                        <a:rPr sz="24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V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marL="0" marR="0" indent="0" algn="ct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 b="0"/>
                      </a:pPr>
                      <a:r>
                        <a:rPr sz="24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D</a:t>
                      </a:r>
                    </a:p>
                  </a:txBody>
                  <a:tcPr marL="63500" marR="63500" marT="0" marB="0" anchor="ctr" horzOverflow="overflow"/>
                </a:tc>
                <a:tc>
                  <a:txBody>
                    <a:bodyPr/>
                    <a:lstStyle/>
                    <a:p>
                      <a:pPr marL="0" marR="0" indent="0" algn="ct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 b="0"/>
                      </a:pPr>
                      <a:r>
                        <a:rPr sz="24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J</a:t>
                      </a:r>
                    </a:p>
                  </a:txBody>
                  <a:tcPr marL="63500" marR="63500" marT="0" marB="0" anchor="ctr" horzOverflow="overflow"/>
                </a:tc>
                <a:tc>
                  <a:txBody>
                    <a:bodyPr/>
                    <a:lstStyle/>
                    <a:p>
                      <a:pPr marL="0" marR="0" indent="0" algn="ct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 b="0"/>
                      </a:pPr>
                      <a:r>
                        <a:rPr sz="24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</a:t>
                      </a:r>
                    </a:p>
                  </a:txBody>
                  <a:tcPr marL="63500" marR="63500" marT="0" marB="0" anchor="ctr" horzOverflow="overflow"/>
                </a:tc>
                <a:tc>
                  <a:txBody>
                    <a:bodyPr/>
                    <a:lstStyle/>
                    <a:p>
                      <a:pPr marL="0" marR="0" indent="0" algn="ct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 b="0"/>
                      </a:pPr>
                      <a:r>
                        <a:rPr sz="24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copy</a:t>
                      </a:r>
                    </a:p>
                  </a:txBody>
                  <a:tcPr marL="63500" marR="63500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02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1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rtl="0" latinLnBrk="0">
                        <a:buNone/>
                        <a:tabLst>
                          <a:tab pos="1663700" algn="l"/>
                        </a:tabLst>
                      </a:pPr>
                      <a:r>
                        <a:rPr lang="zh-CN" altLang="zh-CN" sz="1800" b="1" i="0" spc="0" baseline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Beta</a:t>
                      </a:r>
                      <a:endParaRPr lang="zh-CN" altLang="zh-CN" sz="1400"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solidFill>
                      <a:srgbClr val="48CA5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CASSGTNTEVFF</a:t>
                      </a:r>
                    </a:p>
                  </a:txBody>
                  <a:tcPr marL="9525" marR="9525" marT="9525" marB="0" anchor="ctr">
                    <a:lnR w="381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1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GACAGCACGGAGAAAGGAGATATCCCTGATGGGTACAAGGCCTCCAGACCAAGCCAAGAGAATTTCTCTCTCATTCTGGAGTTGGCTTCCCTTTCTCAGACAGCTGTATATTTCTGTGCCAGCAGTGGGACAAACACAGAAGTCTTCTTTGGTAAAGGAACCAGACTCACAGTTGTAGGATTGCGGCTTTCCTATGCAAGCCACCACAGCTCTCTTACATCTCAGTGTAGGAGTGAATGTGGAACATCAGAGGATCTGAGAAATGTGACTCCACCCAAGGT</a:t>
                      </a:r>
                    </a:p>
                  </a:txBody>
                  <a:tcPr marL="9525" marR="9525" marT="9525" marB="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TRBV13-3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kumimoji="0" lang="zh-CN" altLang="en-US" sz="1800" b="1" i="0" u="none" strike="noStrike" kern="0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TRBJ1-1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TRBC2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altLang="zh-CN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55261531"/>
                  </a:ext>
                </a:extLst>
              </a:tr>
              <a:tr h="6502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1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rtl="0" latinLnBrk="0">
                        <a:buNone/>
                        <a:tabLst>
                          <a:tab pos="1663700" algn="l"/>
                        </a:tabLst>
                      </a:pPr>
                      <a:r>
                        <a:rPr lang="zh-CN" altLang="zh-CN" sz="1800" b="1" i="0" spc="0" baseline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Beta</a:t>
                      </a:r>
                      <a:endParaRPr lang="zh-CN" altLang="zh-CN" sz="1400"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solidFill>
                      <a:srgbClr val="48CA5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CASSDNSGNTLYF</a:t>
                      </a:r>
                    </a:p>
                  </a:txBody>
                  <a:tcPr marL="9525" marR="9525" marT="9525" marB="0" anchor="ctr">
                    <a:lnR w="381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1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CCGATCTTGTACTGGTATCGGCAGGACACTGGGCATGGGCTGAGGCTGATCCATTACTCATATGGTGCTGGCAACCTTCAAATAGGAGATGTCCCTGATGGGTACAAGGCCACCAGAACAACGCAAGAAGACTTCTTCCTCCTGCTGGAATTGGCTTCTCCCTCTCAGACATCTTTGTACTTCTGTGCCAGCAGTGACAATTCTGGAAATACGCTCTATTTTGGAGAAGGAAGCCGGCTCATTGTTGTAGAGGATCTGAGAAATGTGACTCCACCCAAGGT</a:t>
                      </a:r>
                    </a:p>
                  </a:txBody>
                  <a:tcPr marL="9525" marR="9525" marT="9525" marB="0" anchor="ctr">
                    <a:lnL w="381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TRBV13-1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kumimoji="0" lang="zh-CN" altLang="en-US" sz="1800" b="1" i="0" u="none" strike="noStrike" kern="0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TRBJ1-3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TRBC2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altLang="zh-CN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1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rtl="0" latinLnBrk="0">
                        <a:buNone/>
                        <a:tabLst>
                          <a:tab pos="1663700" algn="l"/>
                        </a:tabLst>
                      </a:pPr>
                      <a:r>
                        <a:rPr lang="zh-CN" altLang="zh-CN" sz="1800" b="1" i="0" spc="0" baseline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Beta</a:t>
                      </a:r>
                      <a:endParaRPr lang="zh-CN" altLang="zh-CN" sz="1400"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solidFill>
                      <a:srgbClr val="48CA5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CASRDSSGNTLYF</a:t>
                      </a:r>
                    </a:p>
                  </a:txBody>
                  <a:tcPr marL="9525" marR="9525" marT="9525" marB="0" anchor="ctr">
                    <a:lnR w="381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100" b="0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CCGATCTTATACTGGTATCGGCAGGACACTGGGCATGGGCTGAGGCTGATCCATTACTCATATGGTGCTGGCAACCTTCAAATAGGAGATGTCCCTGATGGGTACAAGGCCACCAGAACAACGCAAGAAGACTTCTTCCTCCTGCTGGAATTGGCTTCTCCCTCTCAGACATCTTTGTACTTCTGTGCCAGCAGGGACAGTTCTGGAAATACGCTCTATTTTGGAGAAGGAAGCCGGCTCATTGTTGTAGAGGATCTGAGAAATGTGACTCCACCCAAGGT</a:t>
                      </a:r>
                    </a:p>
                  </a:txBody>
                  <a:tcPr marL="9525" marR="9525" marT="9525" marB="0" anchor="ctr">
                    <a:lnL w="381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TRBV13-1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kumimoji="0" lang="zh-CN" altLang="en-US" sz="1800" b="1" i="0" u="none" strike="noStrike" kern="0" cap="none" spc="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TRBJ1-3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TRBC2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altLang="zh-CN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1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rtl="0" latinLnBrk="0">
                        <a:buNone/>
                        <a:tabLst>
                          <a:tab pos="1663700" algn="l"/>
                        </a:tabLst>
                      </a:pPr>
                      <a:r>
                        <a:rPr lang="zh-CN" altLang="zh-CN" sz="1800" b="1" i="0" spc="0" baseline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Beta</a:t>
                      </a:r>
                      <a:endParaRPr lang="zh-CN" altLang="zh-CN" sz="1400"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solidFill>
                      <a:srgbClr val="48CA5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CASSQDNSGNTLYF</a:t>
                      </a:r>
                    </a:p>
                  </a:txBody>
                  <a:tcPr marL="9525" marR="9525" marT="9525" marB="0" anchor="ctr">
                    <a:lnR w="381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1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GATTCGAAATGAGACGGTGCCCAGTCGTTTTATACCTGAATGCCCAGACAGCTCCAAGCTACTTTTACATATATCTGCCGTGGATCCAGAAGACTCAGCTGTCTATTTTTGTGCCAGCAGCCAAGACAATTCTGGAAATACGCTCTATTTTGGAGAAGGAAGCCGGCTCATTGTTGTAGGATTGCGGCTTTCCTATGCAAGCCACCACAGCTCTCTTACATCTCAGTGTAGGAGTGAATGTGGAACATCAGAGGATCTGAGAAATGTGACTCCACCCAAGGT</a:t>
                      </a:r>
                    </a:p>
                  </a:txBody>
                  <a:tcPr marL="9525" marR="9525" marT="9525" marB="0" anchor="ctr">
                    <a:lnL w="381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TRBV5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kumimoji="0" lang="zh-CN" altLang="en-US" sz="1800" b="1" i="0" u="none" strike="noStrike" kern="0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TRBJ1-3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TRBC2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altLang="zh-CN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1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rtl="0" latinLnBrk="0">
                        <a:buNone/>
                        <a:tabLst>
                          <a:tab pos="1663700" algn="l"/>
                        </a:tabLst>
                      </a:pPr>
                      <a:r>
                        <a:rPr lang="zh-CN" altLang="zh-CN" sz="1800" b="1" i="0" spc="0" baseline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Beta</a:t>
                      </a:r>
                      <a:endParaRPr lang="zh-CN" altLang="zh-CN" sz="1400"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solidFill>
                      <a:srgbClr val="48CA5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CASSDNSGNTLYF</a:t>
                      </a:r>
                    </a:p>
                  </a:txBody>
                  <a:tcPr marL="9525" marR="9525" marT="9525" marB="0" anchor="ctr">
                    <a:lnR w="381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100" b="0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CCGATCTTTTACTGGTATCGGCAGGACACGGGGCATGGGCTGAGGCTGATCCATTACTCATATGTCGCTGACAGCACGGAGAAAGGAGATATCCCTGATGGGTACAAGGCCTCCAGACCAAGCCAAGAGAATTTCTCTCTCATTCTGGAGTTGGCTTCCCTTTCTCAGACAGCTGTATATTTCTGTGCCAGCAGTGACAATTCTGGAAATACGCTCTATTTTGGAGAAGGAAGCCGGCTCATTGTTGTAGAGGATCTGAGAAATGTGACTCCACCCAAGGT</a:t>
                      </a:r>
                    </a:p>
                  </a:txBody>
                  <a:tcPr marL="9525" marR="9525" marT="9525" marB="0" anchor="ctr">
                    <a:lnL w="381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TRBV13-3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kumimoji="0" lang="zh-CN" altLang="en-US" sz="1800" b="1" i="0" u="none" strike="noStrike" kern="0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TRBJ1-3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TRBC2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altLang="zh-CN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1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rtl="0" latinLnBrk="0">
                        <a:buNone/>
                        <a:tabLst>
                          <a:tab pos="1663700" algn="l"/>
                        </a:tabLst>
                      </a:pPr>
                      <a:r>
                        <a:rPr lang="zh-CN" altLang="zh-CN" sz="1800" b="1" i="0" spc="0" baseline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Beta</a:t>
                      </a:r>
                      <a:endParaRPr lang="zh-CN" altLang="zh-CN" sz="1400"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solidFill>
                      <a:srgbClr val="48CA5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CASSGTANSDYTF</a:t>
                      </a:r>
                    </a:p>
                  </a:txBody>
                  <a:tcPr marL="9525" marR="9525" marT="9525" marB="0" anchor="ctr">
                    <a:lnR w="381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100" b="0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CCGATCTTATACTGGTATCGGCAGGACACTGGGCATGGGCTGAGGCTGATCCATTACTCATATGGTGCTGGCAACCTTCAAATAGGAGATGTCCCTGATGGGTACAAGGCCACCAGAACAACGCAAGAAGACTTCTTCCTCCTGCTGGAATTGGCTTCTCCCTCTCAGACATCTTTGTACTTCTGTGCCAGCAGTGGGACAGCAAACTCCGACTACACCTTCGGCTCAGGGACCAGGCTTTTGGTAATAGAGGATCTGAGAAATGTGACTCCACCCAAGGT</a:t>
                      </a:r>
                    </a:p>
                  </a:txBody>
                  <a:tcPr marL="9525" marR="9525" marT="9525" marB="0" anchor="ctr">
                    <a:lnL w="381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TRBV13-1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TRBD1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TRBJ1-2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TRBC2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altLang="zh-CN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1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rtl="0" latinLnBrk="0">
                        <a:buNone/>
                        <a:tabLst>
                          <a:tab pos="1663700" algn="l"/>
                        </a:tabLst>
                      </a:pPr>
                      <a:r>
                        <a:rPr lang="zh-CN" altLang="zh-CN" sz="1800" b="1" i="0" spc="0" baseline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Beta</a:t>
                      </a:r>
                      <a:endParaRPr lang="zh-CN" altLang="zh-CN" sz="1400"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solidFill>
                      <a:srgbClr val="48CA5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CASGDAGNTLYF</a:t>
                      </a:r>
                    </a:p>
                  </a:txBody>
                  <a:tcPr marL="9525" marR="9525" marT="9525" marB="0" anchor="ctr">
                    <a:lnR w="381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1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CTTCCGATCTTTTACTGGTATCGGCAGGACACGGGGCATGGGCTGAGGCTGATCCATTATTCATATGGTGCTGGCAGCACTGAGAAAGGAGATATCCCTGATGGATACAAGGCCTCCAGACCAAGCCAAGAGAACTTCTCCCTCATTCTGGAGTTGGCTACCCCCTCTCAGACATCAGTGTACTTCTGTGCCAGCGGTGATGCTGGAAATACGCTCTATTTTGGAGAAGGAAGCCGGCTCATTGTTGTAGAGGATCTGAGAAATGTGACTCCACCCAAGGT</a:t>
                      </a:r>
                    </a:p>
                  </a:txBody>
                  <a:tcPr marL="9525" marR="9525" marT="9525" marB="0" anchor="ctr">
                    <a:lnL w="381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TRBV13-2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kumimoji="0" lang="zh-CN" altLang="en-US" sz="1800" b="1" i="0" u="none" strike="noStrike" kern="0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TRBJ1-3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TRBC2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altLang="zh-CN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1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rtl="0" latinLnBrk="0">
                        <a:buNone/>
                        <a:tabLst>
                          <a:tab pos="1663700" algn="l"/>
                        </a:tabLst>
                      </a:pPr>
                      <a:r>
                        <a:rPr lang="zh-CN" altLang="zh-CN" sz="1800" b="1" i="0" spc="0" baseline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Beta</a:t>
                      </a:r>
                      <a:endParaRPr lang="zh-CN" altLang="zh-CN" sz="1400"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solidFill>
                      <a:srgbClr val="48CA5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CAWSLAGGGSDYTF</a:t>
                      </a:r>
                    </a:p>
                  </a:txBody>
                  <a:tcPr marL="9525" marR="9525" marT="9525" marB="0" anchor="ctr">
                    <a:lnR w="381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1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CAGGTAGAGTCGGTGGTGCAACTGAACCTCTCAGCTTCCAGGCCGAAGGACGACCAATTCATCCTAAGCACGGAGAAGCTGCTTCTCAGCCACTCTGGCTTCTACCTCTGTGCCTGGAGTCTCGCAGGGGGAGGCTCCGACTACACCTTCGGCTCAGGGACCAGGCTTTTGGTAATAGGATTGCGGCTTTCCTATGCAAGCCACCACAGCTCTCTTACATCTCAGTGTAGGAGTGAATGTGGAACATCAGAGGATCTGAGAAATGTGACTCCACCCAAGGT</a:t>
                      </a:r>
                    </a:p>
                  </a:txBody>
                  <a:tcPr marL="9525" marR="9525" marT="9525" marB="0" anchor="ctr">
                    <a:lnL w="381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TRBV31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TRBD1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TRBJ1-2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TRBC2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altLang="zh-CN" sz="1800" b="1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1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9</a:t>
                      </a: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rtl="0" latinLnBrk="0">
                        <a:buNone/>
                        <a:tabLst>
                          <a:tab pos="1663700" algn="l"/>
                        </a:tabLst>
                      </a:pPr>
                      <a:r>
                        <a:rPr lang="zh-CN" altLang="zh-CN" sz="1800" b="1" i="0" spc="0" baseline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Beta</a:t>
                      </a:r>
                      <a:endParaRPr lang="zh-CN" altLang="zh-CN" sz="1400"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solidFill>
                      <a:srgbClr val="48CA5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CASSLDEQYF</a:t>
                      </a:r>
                    </a:p>
                  </a:txBody>
                  <a:tcPr marL="9525" marR="9525" marT="9525" marB="0" anchor="ctr">
                    <a:lnR w="381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1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CAGACGTGTGCTCTTCCGATCTTTGATCAACAGACTCAGGGGCAGGAACTAAAGTTCTTCATTCAGCATTATGATAAAATGGAGAGAGATAAAGGAAACCTGCCCAGCAGATTCTCAGTCCAACAGTTTGATGACTATCACTCTGAGATGAACATGAGTGCCTTGGAGCTAGAGGACTCTGCCGTGTACTTCTGTGCCAGCTCTCTCGATGAACAGTACTTCGGTCCCGGCACCAGGCTCACGGTTTTAGAGGATCTGAGAAATGTGACTCCACCCAAGGT</a:t>
                      </a:r>
                    </a:p>
                  </a:txBody>
                  <a:tcPr marL="9525" marR="9525" marT="9525" marB="0" anchor="ctr">
                    <a:lnL w="381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TRBV12-2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kumimoji="0" lang="zh-CN" altLang="en-US" sz="1800" b="1" i="0" u="none" strike="noStrike" kern="0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TRBJ2-7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TRBC2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altLang="zh-CN" sz="1800" b="1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1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10</a:t>
                      </a: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rtl="0" latinLnBrk="0">
                        <a:buNone/>
                        <a:tabLst>
                          <a:tab pos="1663700" algn="l"/>
                        </a:tabLst>
                      </a:pPr>
                      <a:r>
                        <a:rPr lang="zh-CN" altLang="zh-CN" sz="1800" b="1" i="0" spc="0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Beta</a:t>
                      </a:r>
                      <a:endParaRPr lang="zh-CN" altLang="zh-CN" sz="1400" dirty="0"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solidFill>
                      <a:srgbClr val="48CA5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CASGDAHNNQAPLF</a:t>
                      </a:r>
                    </a:p>
                  </a:txBody>
                  <a:tcPr marL="9525" marR="9525" marT="9525" marB="0" anchor="ctr">
                    <a:lnR w="381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1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GATCTTTAACTGGTATCGGCAGGACACGGGGCATGGGCTGAGGCTGATCCATTATTCATATGGTGCTGGCAGCACTGAGAAAGGAGATATCCCTGATGGATACAAGGCCTCCAGACCAAGCCAAGAGAACTTCTCCCTCATTCTGGAGTTGGCTACCCCCTCTCAGACATCAGTGTACTTCTGTGCCAGCGGTGATGCACATAACAACCAGGCTCCGCTTTTTGGAGAGGGGACTCGACTCTCTGTTCTAGAGGATCTGAGAAATGTGACTCCACCCAAGGT</a:t>
                      </a:r>
                    </a:p>
                  </a:txBody>
                  <a:tcPr marL="9525" marR="9525" marT="9525" marB="0" anchor="ctr">
                    <a:lnL w="381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TRBV13-2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kumimoji="0" lang="zh-CN" altLang="en-US" sz="1800" b="1" i="0" u="none" strike="noStrike" kern="0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TRBJ1-5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TRBC2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altLang="zh-CN" sz="1800" b="1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pic>
        <p:nvPicPr>
          <p:cNvPr id="6" name="SL_03_NH_LLM_CD4T__TRA.png">
            <a:extLst>
              <a:ext uri="{FF2B5EF4-FFF2-40B4-BE49-F238E27FC236}">
                <a16:creationId xmlns:a16="http://schemas.microsoft.com/office/drawing/2014/main" id="{2D28B969-E688-CF1A-AD81-B38B7CACB335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09518" y="1640875"/>
            <a:ext cx="4139490" cy="413949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7" name="SL_03_NH_LLM_CD4T__TRB.png">
            <a:extLst>
              <a:ext uri="{FF2B5EF4-FFF2-40B4-BE49-F238E27FC236}">
                <a16:creationId xmlns:a16="http://schemas.microsoft.com/office/drawing/2014/main" id="{DFCBBE54-0A36-5924-498D-6E25A394957B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28652" y="1640875"/>
            <a:ext cx="4139490" cy="413949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8" name="SL_03_NH_LLM_CD4T__TRB">
            <a:extLst>
              <a:ext uri="{FF2B5EF4-FFF2-40B4-BE49-F238E27FC236}">
                <a16:creationId xmlns:a16="http://schemas.microsoft.com/office/drawing/2014/main" id="{73011317-2AB9-496E-A9DA-E49AA40A0E20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6834291" y="611399"/>
            <a:ext cx="3528210" cy="471924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r>
              <a:rPr lang="en-US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SD_01_MCT0209__TRB</a:t>
            </a:r>
            <a:endParaRPr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9" name="SL_03_NH_LLM_CD4T__TRA">
            <a:extLst>
              <a:ext uri="{FF2B5EF4-FFF2-40B4-BE49-F238E27FC236}">
                <a16:creationId xmlns:a16="http://schemas.microsoft.com/office/drawing/2014/main" id="{C7C78A12-E5BC-E1C4-9F62-AAF3BEA56667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845427" y="611399"/>
            <a:ext cx="3667672" cy="471924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r>
              <a:rPr lang="en-US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SD_01_MCT0209__TRA</a:t>
            </a:r>
            <a:endParaRPr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4659964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F908DD-514A-D7D8-A75B-C30CAE26A4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3" name="Table">
            <a:extLst>
              <a:ext uri="{FF2B5EF4-FFF2-40B4-BE49-F238E27FC236}">
                <a16:creationId xmlns:a16="http://schemas.microsoft.com/office/drawing/2014/main" id="{70556073-ECB8-6946-B224-0E6CB51F7D2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37751544"/>
              </p:ext>
            </p:extLst>
          </p:nvPr>
        </p:nvGraphicFramePr>
        <p:xfrm>
          <a:off x="709295" y="6047105"/>
          <a:ext cx="22381842" cy="6003290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1365437">
                  <a:extLst>
                    <a:ext uri="{9D8B030D-6E8A-4147-A177-3AD203B41FA5}">
                      <a16:colId xmlns:a16="http://schemas.microsoft.com/office/drawing/2014/main" val="3024232200"/>
                    </a:ext>
                  </a:extLst>
                </a:gridCol>
                <a:gridCol w="13654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13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436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54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484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654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6484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6543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ct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 b="0"/>
                      </a:pPr>
                      <a:r>
                        <a:rPr lang="en-US" altLang="zh-CN" sz="24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index</a:t>
                      </a:r>
                      <a:endParaRPr sz="2400" b="0" i="0" u="none" strike="noStrike" cap="none" spc="0" baseline="0" dirty="0"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 b="0"/>
                      </a:pPr>
                      <a:r>
                        <a:rPr lang="en-US" altLang="zh-CN" sz="24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Chain</a:t>
                      </a:r>
                      <a:endParaRPr sz="2400" b="0" i="0" u="none" strike="noStrike" cap="none" spc="0" baseline="0" dirty="0"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marL="0" marR="0" indent="0" algn="ct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 b="0"/>
                      </a:pPr>
                      <a:r>
                        <a:rPr sz="2400" b="0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CDR3(pep)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marL="0" marR="0" indent="0" algn="ct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 b="0"/>
                      </a:pPr>
                      <a:r>
                        <a:rPr sz="2400" b="0" i="0" u="none" strike="noStrike" cap="none" spc="0" baseline="0" dirty="0" err="1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joinedSeq</a:t>
                      </a:r>
                      <a:endParaRPr sz="2400" b="0" i="0" u="none" strike="noStrike" cap="none" spc="0" baseline="0" dirty="0"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marL="0" marR="0" indent="0" algn="ct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 b="0"/>
                      </a:pPr>
                      <a:r>
                        <a:rPr sz="2400" b="0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V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marL="0" marR="0" indent="0" algn="ct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 b="0"/>
                      </a:pPr>
                      <a:r>
                        <a:rPr sz="24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D</a:t>
                      </a:r>
                    </a:p>
                  </a:txBody>
                  <a:tcPr marL="63500" marR="63500" marT="0" marB="0" anchor="ctr" horzOverflow="overflow"/>
                </a:tc>
                <a:tc>
                  <a:txBody>
                    <a:bodyPr/>
                    <a:lstStyle/>
                    <a:p>
                      <a:pPr marL="0" marR="0" indent="0" algn="ct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 b="0"/>
                      </a:pPr>
                      <a:r>
                        <a:rPr sz="24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J</a:t>
                      </a:r>
                    </a:p>
                  </a:txBody>
                  <a:tcPr marL="63500" marR="63500" marT="0" marB="0" anchor="ctr" horzOverflow="overflow"/>
                </a:tc>
                <a:tc>
                  <a:txBody>
                    <a:bodyPr/>
                    <a:lstStyle/>
                    <a:p>
                      <a:pPr marL="0" marR="0" indent="0" algn="ct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 b="0"/>
                      </a:pPr>
                      <a:r>
                        <a:rPr sz="24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</a:t>
                      </a:r>
                    </a:p>
                  </a:txBody>
                  <a:tcPr marL="63500" marR="63500" marT="0" marB="0" anchor="ctr" horzOverflow="overflow"/>
                </a:tc>
                <a:tc>
                  <a:txBody>
                    <a:bodyPr/>
                    <a:lstStyle/>
                    <a:p>
                      <a:pPr marL="0" marR="0" indent="0" algn="ct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 b="0"/>
                      </a:pPr>
                      <a:r>
                        <a:rPr sz="24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copy</a:t>
                      </a:r>
                    </a:p>
                  </a:txBody>
                  <a:tcPr marL="63500" marR="63500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0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1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lang="en-US" altLang="zh-CN" dirty="0"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Delta</a:t>
                      </a:r>
                      <a:endParaRPr kumimoji="0" lang="en-US" altLang="zh-CN" sz="18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CALMERGHIGGIRATDKLVF</a:t>
                      </a:r>
                    </a:p>
                  </a:txBody>
                  <a:tcPr marL="9525" marR="9525" marT="9525" marB="0" anchor="ctr">
                    <a:lnR w="381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1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AAACAGCAAGGAGGGCAGGTGACTCTCGTCATTCTCCAAGAAGCATACAAGCAGTATAATGCAACGTTAAACCGCTTCTCTGTGAACTTCCAGAAAGCAGCTAAGTCCTTCAGCCTGGAGATCTCCGACTCGCAGCTGGGGGATGCTGCGACGTATTTCTGTGCTCTCATGGAGCGCGGGCATATCGGAGGGATACGAGCTACCGACAAACTCGTCTTTGGACAAGGAACCCAAGTGACTGTGGAACCAAAAAGCCAGCCTCCGGCCAAACCATCTGTTTT</a:t>
                      </a:r>
                    </a:p>
                  </a:txBody>
                  <a:tcPr marL="9525" marR="9525" marT="9525" marB="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TRDV2-2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TRDD2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TRDJ1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TRDC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altLang="zh-CN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55261531"/>
                  </a:ext>
                </a:extLst>
              </a:tr>
              <a:tr h="1790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1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lang="en-US" altLang="zh-CN" dirty="0"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Delta</a:t>
                      </a:r>
                      <a:endParaRPr kumimoji="0" lang="en-US" altLang="zh-CN" sz="18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CALMERAHIGGIRATDKLVF</a:t>
                      </a:r>
                    </a:p>
                  </a:txBody>
                  <a:tcPr marL="9525" marR="9525" marT="9525" marB="0" anchor="ctr">
                    <a:lnR w="381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1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AAACAGCAAGGAGGGCAGGTGACTCTCGTCATTCTCCAAGAAGCATACAAGCAGTATAATGCAACGTTAAACCGCTTCTCTGTGAACTTCCAGAAAGCAGCTAAGTCCTTCAGCCTGGAGATCTCCGACTCGCAGCTGGGGGATGCTGCGACGTATTTCTGTGCTCTCATGGAGCGCGCGCATATCGGAGGGATACGAGCTACCGACAAACTCGTCTTTGGACAAGGAACCCAAGTGACTGTGGAACCAAAAAGCCAGCCTCCGGCCAAACCATCTGTTTT</a:t>
                      </a:r>
                    </a:p>
                  </a:txBody>
                  <a:tcPr marL="9525" marR="9525" marT="9525" marB="0" anchor="ctr">
                    <a:lnL w="381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TRDV2-2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TRDD2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TRDJ1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TRDC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altLang="zh-CN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90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1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lang="en-US" altLang="zh-CN"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Delta</a:t>
                      </a:r>
                      <a:endParaRPr kumimoji="0" lang="en-US" altLang="zh-CN" sz="18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CALMERGAYKGYELSDKLVF</a:t>
                      </a:r>
                    </a:p>
                  </a:txBody>
                  <a:tcPr marL="9525" marR="9525" marT="9525" marB="0" anchor="ctr">
                    <a:lnR w="381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1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AAACAGCAAGGAGGGCAGGTGACTCTCGTCATTCTCCAAGAAGCATACAAGCAGTATAATGCAACGTTAAACCGCTTCTCTGTGAACTTCCAGAAAGCAGCTAAGTCCTTCAGCCTGGAGATCTCCGACTCGCAGCTGGGGGATGCTGCGACGTATTTCTGTGCTCTCATGGAGCGCGGGGCATATAAGGGATACGAGCTGAGCGACAAACTCGTCTTTGGACAAGGAACCCAAGTGACTGTGGAACCAAAAAGCCAGCCTCCGGCCAAACCATCTGTTTT</a:t>
                      </a:r>
                    </a:p>
                  </a:txBody>
                  <a:tcPr marL="9525" marR="9525" marT="9525" marB="0" anchor="ctr">
                    <a:lnL w="381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TRDV2-2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TRDD2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TRDJ1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TRDC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altLang="zh-CN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90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1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lang="en-US" altLang="zh-CN" dirty="0"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Delta</a:t>
                      </a:r>
                      <a:endParaRPr kumimoji="0" lang="en-US" altLang="zh-CN" sz="18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CALMEERGIRPVGGIRAPDKLVF</a:t>
                      </a:r>
                    </a:p>
                  </a:txBody>
                  <a:tcPr marL="9525" marR="9525" marT="9525" marB="0" anchor="ctr">
                    <a:lnR w="381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1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AGGAGGGCAGGTGACTCTCGTCATTCTCCAAGAAGCATACAAGCAGTATAATGCAACGTTAAACCGCTTCTCTGTGAACTTCCAGAAAGCAGCTAAGTCCTTCAGCCTGGAGATCTCCGACTCGCAGCTGGGGGATGCTGCGACGTATTTCTGTGCTCTCATGGAGGAACGTGGCATCCGCCCTGTCGGAGGGATACGAGCTCCCGACAAACTCGTCTTTGGACAAGGAACCCAAGTGACTGTGGAACCAAAAAGCCAGCCTCCGGCCAAACCATCTGTTTT</a:t>
                      </a:r>
                    </a:p>
                  </a:txBody>
                  <a:tcPr marL="9525" marR="9525" marT="9525" marB="0" anchor="ctr">
                    <a:lnL w="381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TRDV2-2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TRDD2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TRDJ1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TRDC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altLang="zh-CN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90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1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lang="en-US" altLang="zh-CN" dirty="0"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Delta</a:t>
                      </a:r>
                      <a:endParaRPr kumimoji="0" lang="en-US" altLang="zh-CN" sz="18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CALWELAAPSE_IRPPATDKLVF</a:t>
                      </a:r>
                    </a:p>
                  </a:txBody>
                  <a:tcPr marL="9525" marR="9525" marT="9525" marB="0" anchor="ctr">
                    <a:lnR w="381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1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TAGTGGAGAGATGGTTTTGCTTATTCGACAAATGCCTTCTACTATTGCAATAGAGAGGAGCGGCCGCTATTCTGTAGTCTTCCAGAAATCACGCAAATCCATCAGCCTTGTCATTTCAACCTTACAACCAGACGATTCGGGAAAGTATTTCTGTGCTCTCTGGGAGCTGGCTGCTCCATCGGAGGGATACGTCCCCCCGCTACCGACAAACTCGTCTTTGGACAAGGAACCCAAGTGACTGTGGAACCAAAAAGCCAGCCTCCGGCCAAACCATCTGTTTT</a:t>
                      </a:r>
                    </a:p>
                  </a:txBody>
                  <a:tcPr marL="9525" marR="9525" marT="9525" marB="0" anchor="ctr">
                    <a:lnL w="381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TRAV15-1-DV6-1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TRDD2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TRDJ1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TRDC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altLang="zh-CN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90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1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lang="en-US" altLang="zh-CN" dirty="0"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Delta</a:t>
                      </a:r>
                      <a:endParaRPr kumimoji="0" lang="en-US" altLang="zh-CN" sz="18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CILRATDKLVF</a:t>
                      </a:r>
                    </a:p>
                  </a:txBody>
                  <a:tcPr marL="9525" marR="9525" marT="9525" marB="0" anchor="ctr">
                    <a:lnR w="381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1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GCCGTGACTGGAGTTCAGACGTGTGCTCTTCCGATCTTCTGTTCCTCTTCAGGGTCCAGAATACGTGACTCACGGTCTACAACAAAATACAACCAATAGTATGGCTTTCCTGGCTATTGCCTCTGACAGAAAGTCAAGCACCTTGATCCTGACTCATGTCAGCCTGAGAGACGCGGCTGTGTACCACTGTATCCTGAGAGCTACCGACAAACTCGTCTTTGGACAAGGAACCCAAGTGACTGTGGAACCAAAAAGCCAGCCTCCGGCCAAACCATCTGTTTT</a:t>
                      </a:r>
                    </a:p>
                  </a:txBody>
                  <a:tcPr marL="9525" marR="9525" marT="9525" marB="0" anchor="ctr">
                    <a:lnL w="381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TRAV21/DV12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kumimoji="0" lang="zh-CN" altLang="en-US" sz="1800" b="1" i="0" u="none" strike="noStrike" kern="0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TRDJ1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TRDC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altLang="zh-CN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790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1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lang="en-US" altLang="zh-CN" dirty="0"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Delta</a:t>
                      </a:r>
                      <a:endParaRPr kumimoji="0" lang="en-US" altLang="zh-CN" sz="18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CALMERARRRDTSWGPDKLVF</a:t>
                      </a:r>
                    </a:p>
                  </a:txBody>
                  <a:tcPr marL="9525" marR="9525" marT="9525" marB="0" anchor="ctr">
                    <a:lnR w="381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1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ACAGCAAGGAGGGCAGGTGACTCTCGTCATTCTCCAAGAAGCATACAAGCAGTATAATGCAACGTTAAACCGCTTCTCTGTGAACTTCCAGAAAGCAGCTAAGTCCTTCAGCCTGGAGATCTCCGACTCGCAGCTGGGGGATGCTGCGACGTATTTCTGTGCTCTCATGGAGCGCGCTCGACGGAGGGATACGAGCTGGGGTCCCGACAAACTCGTCTTTGGACAAGGAACCCAAGTGACTGTGGAACCAAAAAGCCAGCCTCCGGCCAAACCATCTGTTTT</a:t>
                      </a:r>
                    </a:p>
                  </a:txBody>
                  <a:tcPr marL="9525" marR="9525" marT="9525" marB="0" anchor="ctr">
                    <a:lnL w="381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TRDV2-2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TRDD2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TRDJ1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TRDC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altLang="zh-CN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790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1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lang="en-US" altLang="zh-CN" dirty="0"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Delta</a:t>
                      </a:r>
                      <a:endParaRPr kumimoji="0" lang="en-US" altLang="zh-CN" sz="18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CAASATDKLVF</a:t>
                      </a:r>
                    </a:p>
                  </a:txBody>
                  <a:tcPr marL="9525" marR="9525" marT="9525" marB="0" anchor="ctr">
                    <a:lnR w="381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1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GACTGGAGTTCAGACGTGTGCTCTTCCGATCTTTCTCCCTGGGGAAGGCCCTGCACTCCTGATATCCATAAGTTCAGTGTCCGATAAAAAGGAAGATGGACGATTCACAATCTTCTTCAATAAAAGGGAGAAAAAGCTCTCCTTGCACATCACAGACTCTCAGCCTGGAGACTCAGCCACCTACTTCTGTGCAGCAAGTGCTACCGACAAACTCGTCTTTGGACAAGGAACCCAAGTGACTGTGGAACCAAAAAGCCAGCCTCCGGCCAAACCATCTGTTTT</a:t>
                      </a:r>
                    </a:p>
                  </a:txBody>
                  <a:tcPr marL="9525" marR="9525" marT="9525" marB="0" anchor="ctr">
                    <a:lnL w="381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TRAV14D-3-DV8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kumimoji="0" lang="zh-CN" altLang="en-US" sz="1800" b="1" i="0" u="none" strike="noStrike" kern="0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TRDJ1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TRDC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altLang="zh-CN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790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1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9</a:t>
                      </a: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lang="en-US" altLang="zh-CN" dirty="0"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Delta</a:t>
                      </a:r>
                      <a:endParaRPr kumimoji="0" lang="en-US" altLang="zh-CN" sz="18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CAASPDKLVF</a:t>
                      </a:r>
                    </a:p>
                  </a:txBody>
                  <a:tcPr marL="9525" marR="9525" marT="9525" marB="0" anchor="ctr">
                    <a:lnR w="381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1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GTGACTGGAGTTCAGACGTGTGCTCTTCCGATCTTTTTCCCTGGGGAAGGCCCTGCACTCCTGATATCCATAAGTTCAGTGTCCGATAAAAAGGAAGATGGACGATTCACAATCTTCTTCAATAAAAGGGAGAAAAAGCTCTCCTTGCACATCACAGACTCTCAGCCTGGAGACTCAGCCACCTACTTCTGTGCAGCAAGTCCCGACAAACTCGTCTTTGGACAAGGAACCCAAGTGACTGTGGAACCAAAAAGCCAGCCTCCGGCCAAACCATCTGTTTT</a:t>
                      </a:r>
                    </a:p>
                  </a:txBody>
                  <a:tcPr marL="9525" marR="9525" marT="9525" marB="0" anchor="ctr">
                    <a:lnL w="381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TRAV14D-3-DV8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kumimoji="0" lang="zh-CN" altLang="en-US" sz="1800" b="1" i="0" u="none" strike="noStrike" kern="0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TRDJ1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TRDC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altLang="zh-CN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790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1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10</a:t>
                      </a: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lang="en-US" altLang="zh-CN" dirty="0"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Delta</a:t>
                      </a:r>
                      <a:endParaRPr kumimoji="0" lang="en-US" altLang="zh-CN" sz="18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CALMERADKLVF</a:t>
                      </a:r>
                    </a:p>
                  </a:txBody>
                  <a:tcPr marL="9525" marR="9525" marT="9525" marB="0" anchor="ctr">
                    <a:lnR w="381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1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GACGTGTGCTCTTCCGATCTTTTACAAACAGCAAGGAGGGCAGGTGACTCTCGTCATTCTCCAAGAAGCATACAAGCAGTATAATGCAACGTTAAACCGCTTCTCTGTGAACTTCCAGAAAGCAGCTAAGTCCTTCAGCCTGGAGATCTCCGACTCGCAGCTGGGGGATGCTGCGACGTATTTCTGTGCTCTCATGGAGCGCGCCGACAAACTCGTCTTTGGACAAGGAACCCAAGTGACTGTGGAACCAAAAAGCCAGCCTCCGGCCAAACCATCTGTTTT</a:t>
                      </a:r>
                    </a:p>
                  </a:txBody>
                  <a:tcPr marL="9525" marR="9525" marT="9525" marB="0" anchor="ctr">
                    <a:lnL w="381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TRDV2-2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kumimoji="0" lang="zh-CN" altLang="en-US" sz="1800" b="1" i="0" u="none" strike="noStrike" kern="0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TRDJ1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TRDC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altLang="zh-CN" sz="1800" b="1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pic>
        <p:nvPicPr>
          <p:cNvPr id="164" name="SL_03_NH_LLM_CD4T__TRA.png">
            <a:extLst>
              <a:ext uri="{FF2B5EF4-FFF2-40B4-BE49-F238E27FC236}">
                <a16:creationId xmlns:a16="http://schemas.microsoft.com/office/drawing/2014/main" id="{FC3AEB1B-B387-C74F-1F20-11ABFC4461C9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09518" y="1640875"/>
            <a:ext cx="4139490" cy="413949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65" name="SL_03_NH_LLM_CD4T__TRB.png">
            <a:extLst>
              <a:ext uri="{FF2B5EF4-FFF2-40B4-BE49-F238E27FC236}">
                <a16:creationId xmlns:a16="http://schemas.microsoft.com/office/drawing/2014/main" id="{ED2D65BF-9E33-A1AD-86AF-23FD18BF2224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28652" y="1640875"/>
            <a:ext cx="4139490" cy="413949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66" name="SL_03_NH_LLM_CD4T__TRB">
            <a:extLst>
              <a:ext uri="{FF2B5EF4-FFF2-40B4-BE49-F238E27FC236}">
                <a16:creationId xmlns:a16="http://schemas.microsoft.com/office/drawing/2014/main" id="{F8270A47-62ED-A418-C1CA-82AD13E76FFB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6817460" y="611399"/>
            <a:ext cx="3561873" cy="471924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SD_01_MCT0209__TRG</a:t>
            </a:r>
          </a:p>
        </p:txBody>
      </p:sp>
      <p:sp>
        <p:nvSpPr>
          <p:cNvPr id="167" name="SL_03_NH_LLM_CD4T__TRA">
            <a:extLst>
              <a:ext uri="{FF2B5EF4-FFF2-40B4-BE49-F238E27FC236}">
                <a16:creationId xmlns:a16="http://schemas.microsoft.com/office/drawing/2014/main" id="{63A9585D-5821-2BDF-E444-82022D8D8E95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906342" y="611399"/>
            <a:ext cx="3545843" cy="471924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SD_01_MCT0209__TRD</a:t>
            </a:r>
          </a:p>
        </p:txBody>
      </p:sp>
    </p:spTree>
    <p:extLst>
      <p:ext uri="{BB962C8B-B14F-4D97-AF65-F5344CB8AC3E}">
        <p14:creationId xmlns:p14="http://schemas.microsoft.com/office/powerpoint/2010/main" val="739594878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ACE81-5068-1485-0CBD-E6D69218A1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3" name="Table">
            <a:extLst>
              <a:ext uri="{FF2B5EF4-FFF2-40B4-BE49-F238E27FC236}">
                <a16:creationId xmlns:a16="http://schemas.microsoft.com/office/drawing/2014/main" id="{E6E3096E-904E-FCA9-9A22-7994573F0CC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37466072"/>
              </p:ext>
            </p:extLst>
          </p:nvPr>
        </p:nvGraphicFramePr>
        <p:xfrm>
          <a:off x="709295" y="6047105"/>
          <a:ext cx="22381842" cy="5867400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1365437">
                  <a:extLst>
                    <a:ext uri="{9D8B030D-6E8A-4147-A177-3AD203B41FA5}">
                      <a16:colId xmlns:a16="http://schemas.microsoft.com/office/drawing/2014/main" val="2781106577"/>
                    </a:ext>
                  </a:extLst>
                </a:gridCol>
                <a:gridCol w="13654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13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436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54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484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654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6484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6543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marL="0" marR="0" indent="0" algn="ct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 b="0"/>
                      </a:pPr>
                      <a:r>
                        <a:rPr lang="en-US" altLang="zh-CN" sz="24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index</a:t>
                      </a:r>
                      <a:endParaRPr sz="2400" b="0" i="0" u="none" strike="noStrike" cap="none" spc="0" baseline="0" dirty="0"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 b="0"/>
                      </a:pPr>
                      <a:r>
                        <a:rPr lang="en-US" altLang="zh-CN" sz="24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Chain</a:t>
                      </a:r>
                      <a:endParaRPr sz="2400" b="0" i="0" u="none" strike="noStrike" cap="none" spc="0" baseline="0" dirty="0"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marL="0" marR="0" indent="0" algn="ct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 b="0"/>
                      </a:pPr>
                      <a:r>
                        <a:rPr sz="24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CDR3(pep)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marL="0" marR="0" indent="0" algn="ct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 b="0"/>
                      </a:pPr>
                      <a:r>
                        <a:rPr sz="2400" b="0" i="0" u="none" strike="noStrike" cap="none" spc="0" baseline="0" dirty="0" err="1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joinedSeq</a:t>
                      </a:r>
                      <a:endParaRPr sz="2400" b="0" i="0" u="none" strike="noStrike" cap="none" spc="0" baseline="0" dirty="0"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marL="0" marR="0" indent="0" algn="ct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 b="0"/>
                      </a:pPr>
                      <a:r>
                        <a:rPr sz="24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V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marL="0" marR="0" indent="0" algn="ct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 b="0"/>
                      </a:pPr>
                      <a:r>
                        <a:rPr sz="2400" b="0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D</a:t>
                      </a:r>
                    </a:p>
                  </a:txBody>
                  <a:tcPr marL="63500" marR="63500" marT="0" marB="0" anchor="ctr" horzOverflow="overflow"/>
                </a:tc>
                <a:tc>
                  <a:txBody>
                    <a:bodyPr/>
                    <a:lstStyle/>
                    <a:p>
                      <a:pPr marL="0" marR="0" indent="0" algn="ct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 b="0"/>
                      </a:pPr>
                      <a:r>
                        <a:rPr sz="2400" b="0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J</a:t>
                      </a:r>
                    </a:p>
                  </a:txBody>
                  <a:tcPr marL="63500" marR="63500" marT="0" marB="0" anchor="ctr" horzOverflow="overflow"/>
                </a:tc>
                <a:tc>
                  <a:txBody>
                    <a:bodyPr/>
                    <a:lstStyle/>
                    <a:p>
                      <a:pPr marL="0" marR="0" indent="0" algn="ct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 b="0"/>
                      </a:pPr>
                      <a:r>
                        <a:rPr sz="24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</a:t>
                      </a:r>
                    </a:p>
                  </a:txBody>
                  <a:tcPr marL="63500" marR="63500" marT="0" marB="0" anchor="ctr" horzOverflow="overflow"/>
                </a:tc>
                <a:tc>
                  <a:txBody>
                    <a:bodyPr/>
                    <a:lstStyle/>
                    <a:p>
                      <a:pPr marL="0" marR="0" indent="0" algn="ct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 b="0"/>
                      </a:pPr>
                      <a:r>
                        <a:rPr sz="24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copy</a:t>
                      </a:r>
                    </a:p>
                  </a:txBody>
                  <a:tcPr marL="63500" marR="63500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02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1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rtl="0" latinLnBrk="0">
                        <a:buNone/>
                        <a:tabLst>
                          <a:tab pos="1663700" algn="l"/>
                        </a:tabLst>
                      </a:pPr>
                      <a:r>
                        <a:rPr lang="en-US" altLang="zh-CN" dirty="0"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Gamma</a:t>
                      </a:r>
                      <a:endParaRPr lang="zh-CN" altLang="zh-CN" sz="1400" dirty="0"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CAVWI*L_GFHKVF</a:t>
                      </a:r>
                    </a:p>
                  </a:txBody>
                  <a:tcPr marL="9525" marR="9525" marT="9525" marB="0" anchor="ctr">
                    <a:lnR w="381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1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ATTGGTACCGGCAAAAAACAAATCAACAGTTTGAGTATCTAATATATGTCGCAACAAACTACAATCAACGACCCTTAGGAGGGAAGCACAAAAAAATTGAAGCAAGTAAAGATTTTAAAAGTTCTACCTCAACCTTGGAAATAAATTACTTGAAGAAAGAAGATGAAGCCACCTACTACTGTGCAGTCTGGATATAGCTCGGGCTTTCACAAGGTATTTGCAGAAGGAACAAAGCTCATAGTAATTCCCTCCGACAAAAGGCTTGATGCAGACATTTCCCCC</a:t>
                      </a:r>
                    </a:p>
                  </a:txBody>
                  <a:tcPr marL="9525" marR="9525" marT="9525" marB="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TRGV2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kumimoji="0" lang="zh-CN" altLang="en-US" sz="1800" b="1" i="0" u="none" strike="noStrike" kern="0" cap="none" spc="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TRGJ2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TCRG-C1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altLang="zh-CN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64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55261531"/>
                  </a:ext>
                </a:extLst>
              </a:tr>
              <a:tr h="6502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1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rtl="0" latinLnBrk="0">
                        <a:buNone/>
                        <a:tabLst>
                          <a:tab pos="1663700" algn="l"/>
                        </a:tabLst>
                      </a:pPr>
                      <a:r>
                        <a:rPr lang="en-US" altLang="zh-CN"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Gamma</a:t>
                      </a:r>
                      <a:endParaRPr lang="zh-CN" altLang="zh-CN" sz="1400" dirty="0"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CASWAGYSSGFHKVF</a:t>
                      </a:r>
                    </a:p>
                  </a:txBody>
                  <a:tcPr marL="9525" marR="9525" marT="9525" marB="0" anchor="ctr">
                    <a:lnR w="381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100" b="0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GATTCCAGAAAGGGAGGGCCCCAGAGCACCTTCTCTACTATAACTTCGTCAGTTCCACAACTGTGGTGGATTCCAGATTCAATTTGGAGAAATATCATGTTTATGAAGGCCCGGACAAGAGGTATAAATTTGTGCTTCGGAATGTGGAGGAGTCCGATTCTGCTCTGTACTACTGTGCCTCCTGGGCTGGATATAGCTCAGGTTTTCACAAGGTATTTGCAGAAGGAACTAAGCTCATAGTAATTCCCTCTGACAAAAGGCTTGATGCAGACATTTCCCCC</a:t>
                      </a:r>
                    </a:p>
                  </a:txBody>
                  <a:tcPr marL="9525" marR="9525" marT="9525" marB="0" anchor="ctr">
                    <a:lnL w="381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TRGV7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kumimoji="0" lang="zh-CN" altLang="en-US" sz="1800" b="1" i="0" u="none" strike="noStrike" kern="0" cap="none" spc="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TRGJ1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TCRG-C1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altLang="zh-CN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50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1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rtl="0" latinLnBrk="0">
                        <a:buNone/>
                        <a:tabLst>
                          <a:tab pos="1663700" algn="l"/>
                        </a:tabLst>
                      </a:pPr>
                      <a:r>
                        <a:rPr lang="en-US" altLang="zh-CN" dirty="0"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Gamma</a:t>
                      </a:r>
                      <a:endParaRPr lang="zh-CN" altLang="zh-CN" sz="1400" dirty="0"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CAVWIA_GFHKVF</a:t>
                      </a:r>
                    </a:p>
                  </a:txBody>
                  <a:tcPr marL="9525" marR="9525" marT="9525" marB="0" anchor="ctr">
                    <a:lnR w="381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1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ACATTGGTACCGGCAAAAAACAAATCAACAGTTTGAGTATCTAATATATGTCGCAACAAACTACAATCAACGACCCTTAGGAGGGAAGCACAAAAAAATTGAAGCAAGTAAAGATTTTAAAAGTTCTACCTCAACCTTGGAAATAAATTACTTGAAGAAAGAAGATGAAGCCACCTACTACTGTGCAGTCTGGATAGCTCGGGCTTTCACAAGGTATTTGCAGAAGGAACAAAGCTCATAGTAATTCCCTCCGACAAAAGGCTTGATGCAGACATTTCCCCC</a:t>
                      </a:r>
                    </a:p>
                  </a:txBody>
                  <a:tcPr marL="9525" marR="9525" marT="9525" marB="0" anchor="ctr">
                    <a:lnL w="381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TRGV2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kumimoji="0" lang="zh-CN" altLang="en-US" sz="1800" b="1" i="0" u="none" strike="noStrike" kern="0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TRGJ2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TCRG-C1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altLang="zh-CN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47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1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rtl="0" latinLnBrk="0">
                        <a:buNone/>
                        <a:tabLst>
                          <a:tab pos="1663700" algn="l"/>
                        </a:tabLst>
                      </a:pPr>
                      <a:r>
                        <a:rPr lang="en-US" altLang="zh-CN"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Gamma</a:t>
                      </a:r>
                      <a:endParaRPr lang="zh-CN" altLang="zh-CN" sz="1400"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CACWDSSGFHKVF</a:t>
                      </a:r>
                    </a:p>
                  </a:txBody>
                  <a:tcPr marL="9525" marR="9525" marT="9525" marB="0" anchor="ctr">
                    <a:lnR w="381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100" b="0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TTTACCAAGAGAAGCCAGGCCAGCGTCTCCAAAGAATGCTGTGTAGTTCTTCAAAAGAAAACATTGTCTATGAGAAAGATTTTAGTGACGAAAGATATGAGGCAAGGACATGGCAGAGTGATTTGTCTTCAGTCCTCACCATACACCAAGTGACAGAAGAGGACACGGGAACTTATTACTGTGCATGCTGGGATAGCTCAGGTTTTCACAAGGTATTTGCAGAAGGAACTAAGCTCATAGTAATTCCCTCTGACAAAAGGCTTGATGCAGACATTTCCCCC</a:t>
                      </a:r>
                    </a:p>
                  </a:txBody>
                  <a:tcPr marL="9525" marR="9525" marT="9525" marB="0" anchor="ctr">
                    <a:lnL w="381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TRGV6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kumimoji="0" lang="zh-CN" altLang="en-US" sz="1800" b="1" i="0" u="none" strike="noStrike" kern="0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TRGJ1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TCRG-C1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altLang="zh-CN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31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1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rtl="0" latinLnBrk="0">
                        <a:buNone/>
                        <a:tabLst>
                          <a:tab pos="1663700" algn="l"/>
                        </a:tabLst>
                      </a:pPr>
                      <a:r>
                        <a:rPr lang="en-US" altLang="zh-CN"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Gamma</a:t>
                      </a:r>
                      <a:endParaRPr lang="zh-CN" altLang="zh-CN" sz="1400" dirty="0"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CAVWRSGTSWVKIF</a:t>
                      </a:r>
                    </a:p>
                  </a:txBody>
                  <a:tcPr marL="9525" marR="9525" marT="9525" marB="0" anchor="ctr">
                    <a:lnR w="381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100" b="0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GGTACCGGCAAAAAGCAAAAAAGTTTGAGTATCTAATATATGTCTCAACAAACTACAATCAACGACCCTTAGGAGGGAAGAACAAAAAAATTGAAGCAAGTAAAGATTTTCAAACTTCTACCTCAACCTTGAAAATAAATTACTTGAAGAAAGAAGATGAAGCCACCTACTACTGTGCAGTCTGGAGATCAGGCACATCATGGGTCAAGATATTTGCCAAAGGGACAAAGCTCGTAGTAATTCCCCCAGACAAACGCACTGACTCAGACTTTTCTCCCAAGC</a:t>
                      </a:r>
                    </a:p>
                  </a:txBody>
                  <a:tcPr marL="9525" marR="9525" marT="9525" marB="0" anchor="ctr">
                    <a:lnL w="381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TRGV1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kumimoji="0" lang="zh-CN" altLang="en-US" sz="1800" b="1" i="0" u="none" strike="noStrike" kern="0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TRGJ4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TCRG-C4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altLang="zh-CN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22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1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rtl="0" latinLnBrk="0">
                        <a:buNone/>
                        <a:tabLst>
                          <a:tab pos="1663700" algn="l"/>
                        </a:tabLst>
                      </a:pPr>
                      <a:r>
                        <a:rPr lang="en-US" altLang="zh-CN" dirty="0"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Gamma</a:t>
                      </a:r>
                      <a:endParaRPr lang="zh-CN" altLang="zh-CN" sz="1400" dirty="0"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CAVWIRH_SWVKIF</a:t>
                      </a:r>
                    </a:p>
                  </a:txBody>
                  <a:tcPr marL="9525" marR="9525" marT="9525" marB="0" anchor="ctr">
                    <a:lnR w="381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1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TGGTACCGGCAAAAAGCAAAAAAGTTTGAGTATCTAATATATGTCTCAACAAACTACAATCAACGACCCTTAGGAGGGAAGAACAAAAAAATTGAAGCAAGTAAAGATTTTCAAACTTCTACCTCAACCTTGAAAATAAATTACTTGAAGAAAGAAGATGAAGCCACCTACTACTGTGCAGTCTGGATCAGGCACATCATGGGTCAAGATATTTGCCAAAGGGACAAAGCTCGTAGTAATTCCCCCAGACAAACGCACTGACTCAGACTTTTCTCCCAAGC</a:t>
                      </a:r>
                    </a:p>
                  </a:txBody>
                  <a:tcPr marL="9525" marR="9525" marT="9525" marB="0" anchor="ctr">
                    <a:lnL w="381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TRGV1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kumimoji="0" lang="zh-CN" altLang="en-US" sz="1800" b="1" i="0" u="none" strike="noStrike" kern="0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TRGJ4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TCRG-C4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altLang="zh-CN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19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1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rtl="0" latinLnBrk="0">
                        <a:buNone/>
                        <a:tabLst>
                          <a:tab pos="1663700" algn="l"/>
                        </a:tabLst>
                      </a:pPr>
                      <a:r>
                        <a:rPr lang="en-US" altLang="zh-CN" dirty="0"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Gamma</a:t>
                      </a:r>
                      <a:endParaRPr lang="zh-CN" altLang="zh-CN" sz="1400" dirty="0"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CACWDSSGFHKVF</a:t>
                      </a:r>
                    </a:p>
                  </a:txBody>
                  <a:tcPr marL="9525" marR="9525" marT="9525" marB="0" anchor="ctr">
                    <a:lnR w="381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1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ATTACCAAGAGAAGCCAGGCCAGCGTCTCCAAAGAATGCTGTGTAGTTCTTCAAAAGAAAACATTGTCTATGAGAAAGATTTTAGTGACGAAAGATATGAGGCAAGGACATGGCAGAGTGATTTGTCTTCAGTCCTCACCATACACCAAGTGACAGAAGAGGACACGGGAACTTATTACTGTGCATGCTGGGATAGCTCAGGTTTTCACAAGGTATTTGCAGAAGGAACTAAGCTCATAGTAATTCCCTCTGACAAAAGGCTTGATGCAGACATTTCCCCC</a:t>
                      </a:r>
                    </a:p>
                  </a:txBody>
                  <a:tcPr marL="9525" marR="9525" marT="9525" marB="0" anchor="ctr">
                    <a:lnL w="381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TRGV6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kumimoji="0" lang="zh-CN" altLang="en-US" sz="1800" b="1" i="0" u="none" strike="noStrike" kern="0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TRGJ1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TCRG-C1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altLang="zh-CN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14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1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rtl="0" latinLnBrk="0">
                        <a:buNone/>
                        <a:tabLst>
                          <a:tab pos="1663700" algn="l"/>
                        </a:tabLst>
                      </a:pPr>
                      <a:r>
                        <a:rPr lang="en-US" altLang="zh-CN" dirty="0"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Gamma</a:t>
                      </a:r>
                      <a:endParaRPr lang="zh-CN" altLang="zh-CN" sz="1400" dirty="0"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CACWDSSGFHKVF</a:t>
                      </a:r>
                    </a:p>
                  </a:txBody>
                  <a:tcPr marL="9525" marR="9525" marT="9525" marB="0" anchor="ctr">
                    <a:lnR w="381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1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TCTACCAAGAGAAGCCAGGCCAGCGTCTCCAAAGAATGCTGTGTAGTTCTTCAAAAGAAAACATTGTCTATGAGAAAGATTTTAGTGACGAAAGATATGAGGCAAGGACATGGCAGAGTGATTTGTCTTCAGTCCTCACCATACACCAAGTGACAGAAGAGGACACGGGAACTTATTACTGTGCATGCTGGGATAGCTCAGGTTTTCACAAGGTATTTGCAGAAGGAACTAAGCTCATAGTAATTCCCTCTGACAAAAGGCTTGATGCAGACATTTCCCCC</a:t>
                      </a:r>
                    </a:p>
                  </a:txBody>
                  <a:tcPr marL="9525" marR="9525" marT="9525" marB="0" anchor="ctr">
                    <a:lnL w="381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TRGV6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kumimoji="0" lang="zh-CN" altLang="en-US" sz="1800" b="1" i="0" u="none" strike="noStrike" kern="0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TRGJ1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TCRG-C1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altLang="zh-CN" sz="1800" b="1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14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1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9</a:t>
                      </a: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rtl="0" latinLnBrk="0">
                        <a:buNone/>
                        <a:tabLst>
                          <a:tab pos="1663700" algn="l"/>
                        </a:tabLst>
                      </a:pPr>
                      <a:r>
                        <a:rPr lang="en-US" altLang="zh-CN" dirty="0"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Gamma</a:t>
                      </a:r>
                      <a:endParaRPr lang="zh-CN" altLang="zh-CN" sz="1400" dirty="0"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CAVWDIA_GFHKVF</a:t>
                      </a:r>
                    </a:p>
                  </a:txBody>
                  <a:tcPr marL="9525" marR="9525" marT="9525" marB="0" anchor="ctr">
                    <a:lnR w="381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1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TGGTACCGGCAAAAAACAAATCAACAGTTTGAGTATCTAATATATGTCGCAACAAACTACAATCAACGACCCTTAGGAGGGAAGCACAAAAAAATTGAAGCAAGTAAAGATTTTAAAAGTTCTACCTCAACCTTGGAAATAAATTACTTGAAGAAAGAAGATGAAGCCACCTACTACTGTGCAGTCTGGGATATAGCTCGGGCTTTCACAAGGTATTTGCAGAAGGAACAAAGCTCATAGTAATTCCCTCCGACAAAAGGCTTGATGCAGACATTTCCCCC</a:t>
                      </a:r>
                    </a:p>
                  </a:txBody>
                  <a:tcPr marL="9525" marR="9525" marT="9525" marB="0" anchor="ctr">
                    <a:lnL w="381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TRGV2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kumimoji="0" lang="zh-CN" altLang="en-US" sz="1800" b="1" i="0" u="none" strike="noStrike" kern="0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TRGJ2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TCRG-C1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altLang="zh-CN" sz="1800" b="1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13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1663700" algn="l"/>
                        </a:tabLst>
                        <a:defRPr/>
                      </a:pPr>
                      <a:r>
                        <a:rPr kumimoji="0" lang="en-US" altLang="zh-CN" sz="1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10</a:t>
                      </a: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rtl="0" latinLnBrk="0">
                        <a:buNone/>
                        <a:tabLst>
                          <a:tab pos="1663700" algn="l"/>
                        </a:tabLst>
                      </a:pPr>
                      <a:r>
                        <a:rPr lang="en-US" altLang="zh-CN" dirty="0"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Gamma</a:t>
                      </a:r>
                      <a:endParaRPr lang="zh-CN" altLang="zh-CN" sz="1400" dirty="0"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CACWDSSGFHKVF</a:t>
                      </a:r>
                    </a:p>
                  </a:txBody>
                  <a:tcPr marL="9525" marR="9525" marT="9525" marB="0" anchor="ctr">
                    <a:lnR w="381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1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TTGACCAAGAGAAGCCAGGCCAGCGTCTCCAAAGAATGCTGTGTAGTTCTTCAAAAGAAAACATTGTCTATGAGAAAGATTTTAGTGACGAAAGATATGAGGCAAGGACATGGCAGAGTGATTTGTCTTCAGTCCTCACCATACACCAAGTGACAGAAGAGGACACGGGAACTTATTACTGTGCATGCTGGGATAGCTCAGGTTTTCACAAGGTATTTGCAGAAGGAACTAAGCTCATAGTAATTCCCTCTGACAAAAGGCTTGATGCAGACATTTCCCCC</a:t>
                      </a:r>
                    </a:p>
                  </a:txBody>
                  <a:tcPr marL="9525" marR="9525" marT="9525" marB="0" anchor="ctr">
                    <a:lnL w="381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TRGV6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kumimoji="0" lang="zh-CN" altLang="en-US" sz="1800" b="1" i="0" u="none" strike="noStrike" kern="0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/>
                        <a:sym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TRGJ1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800" b="1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TCRG-C1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altLang="zh-CN" sz="1800" b="1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/>
                          <a:sym typeface="Arial" panose="020B0604020202020204" pitchFamily="34" charset="0"/>
                        </a:rPr>
                        <a:t>12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pic>
        <p:nvPicPr>
          <p:cNvPr id="6" name="SL_03_NH_LLM_CD4T__TRA.png">
            <a:extLst>
              <a:ext uri="{FF2B5EF4-FFF2-40B4-BE49-F238E27FC236}">
                <a16:creationId xmlns:a16="http://schemas.microsoft.com/office/drawing/2014/main" id="{7EAB921E-84B3-D096-864D-BD14A8174E2E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09518" y="1640875"/>
            <a:ext cx="4139490" cy="413949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7" name="SL_03_NH_LLM_CD4T__TRB.png">
            <a:extLst>
              <a:ext uri="{FF2B5EF4-FFF2-40B4-BE49-F238E27FC236}">
                <a16:creationId xmlns:a16="http://schemas.microsoft.com/office/drawing/2014/main" id="{4E334B79-9C54-9876-6170-13147E49E21C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28652" y="1640875"/>
            <a:ext cx="4139490" cy="413949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8" name="SL_03_NH_LLM_CD4T__TRB">
            <a:extLst>
              <a:ext uri="{FF2B5EF4-FFF2-40B4-BE49-F238E27FC236}">
                <a16:creationId xmlns:a16="http://schemas.microsoft.com/office/drawing/2014/main" id="{55BE0073-95A5-57DE-68E0-4278A4841EA9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6817460" y="611399"/>
            <a:ext cx="3561873" cy="471924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SD_01_MCT0209__TRG</a:t>
            </a:r>
          </a:p>
        </p:txBody>
      </p:sp>
      <p:sp>
        <p:nvSpPr>
          <p:cNvPr id="9" name="SL_03_NH_LLM_CD4T__TRA">
            <a:extLst>
              <a:ext uri="{FF2B5EF4-FFF2-40B4-BE49-F238E27FC236}">
                <a16:creationId xmlns:a16="http://schemas.microsoft.com/office/drawing/2014/main" id="{E4A50345-E78D-9946-0EE6-2DD2F7F1279B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906342" y="611399"/>
            <a:ext cx="3545843" cy="471924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SD_01_MCT0209__TRD</a:t>
            </a:r>
          </a:p>
        </p:txBody>
      </p:sp>
    </p:spTree>
    <p:extLst>
      <p:ext uri="{BB962C8B-B14F-4D97-AF65-F5344CB8AC3E}">
        <p14:creationId xmlns:p14="http://schemas.microsoft.com/office/powerpoint/2010/main" val="2761876383"/>
      </p:ext>
    </p:extLst>
  </p:cSld>
  <p:clrMapOvr>
    <a:masterClrMapping/>
  </p:clrMapOvr>
  <p:transition spd="med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6.5896062992126,&quot;left&quot;:126.73370078740156,&quot;top&quot;:48.55724409448818,&quot;width&quot;:1635.218661417323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6.5896062992126,&quot;left&quot;:126.73370078740156,&quot;top&quot;:48.55724409448818,&quot;width&quot;:1635.218661417323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6.5896062992126,&quot;left&quot;:126.73370078740156,&quot;top&quot;:48.55724409448818,&quot;width&quot;:1635.218661417323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6.5896062992126,&quot;left&quot;:126.73370078740156,&quot;top&quot;:48.55724409448818,&quot;width&quot;:1635.218661417323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6.5896062992126,&quot;left&quot;:126.73370078740156,&quot;top&quot;:48.55724409448818,&quot;width&quot;:1635.218661417323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6.5896062992126,&quot;left&quot;:126.73370078740156,&quot;top&quot;:48.55724409448818,&quot;width&quot;:1635.218661417323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6.5896062992126,&quot;left&quot;:126.73370078740156,&quot;top&quot;:48.55724409448818,&quot;width&quot;:1635.218661417323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6.5896062992126,&quot;left&quot;:126.73370078740156,&quot;top&quot;:48.55724409448818,&quot;width&quot;:1635.218661417323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6.5896062992126,&quot;left&quot;:126.73370078740156,&quot;top&quot;:48.55724409448818,&quot;width&quot;:1635.218661417323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6.5896062992126,&quot;left&quot;:126.73370078740156,&quot;top&quot;:48.55724409448818,&quot;width&quot;:1635.218661417323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6.5896062992126,&quot;left&quot;:126.73370078740156,&quot;top&quot;:48.55724409448818,&quot;width&quot;:1635.218661417323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6.5896062992126,&quot;left&quot;:126.73370078740156,&quot;top&quot;:48.55724409448818,&quot;width&quot;:1635.218661417323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6.5896062992126,&quot;left&quot;:126.73370078740156,&quot;top&quot;:48.55724409448818,&quot;width&quot;:1635.218661417323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6.5896062992126,&quot;left&quot;:126.73370078740156,&quot;top&quot;:48.55724409448818,&quot;width&quot;:1635.218661417323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6.5896062992126,&quot;left&quot;:126.73370078740156,&quot;top&quot;:48.55724409448818,&quot;width&quot;:1635.218661417323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6.5896062992126,&quot;left&quot;:126.73370078740156,&quot;top&quot;:48.55724409448818,&quot;width&quot;:1635.218661417323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6.5896062992126,&quot;left&quot;:126.73370078740156,&quot;top&quot;:48.55724409448818,&quot;width&quot;:1635.218661417323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6.5896062992126,&quot;left&quot;:126.73370078740156,&quot;top&quot;:48.55724409448818,&quot;width&quot;:1635.218661417323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6.5896062992126,&quot;left&quot;:126.73370078740156,&quot;top&quot;:48.55724409448818,&quot;width&quot;:1635.218661417323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6.5896062992126,&quot;left&quot;:126.73370078740156,&quot;top&quot;:48.55724409448818,&quot;width&quot;:1635.218661417323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6.5896062992126,&quot;left&quot;:126.73370078740156,&quot;top&quot;:48.55724409448818,&quot;width&quot;:1635.218661417323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6.5896062992126,&quot;left&quot;:126.73370078740156,&quot;top&quot;:48.55724409448818,&quot;width&quot;:1635.218661417323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6.5896062992126,&quot;left&quot;:126.73370078740156,&quot;top&quot;:48.55724409448818,&quot;width&quot;:1635.218661417323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6.5896062992126,&quot;left&quot;:126.73370078740156,&quot;top&quot;:48.55724409448818,&quot;width&quot;:1635.218661417323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6.5896062992126,&quot;left&quot;:126.73370078740156,&quot;top&quot;:48.55724409448818,&quot;width&quot;:1635.218661417323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6.5896062992126,&quot;left&quot;:126.73370078740156,&quot;top&quot;:48.55724409448818,&quot;width&quot;:1635.218661417323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6.5896062992126,&quot;left&quot;:126.73370078740156,&quot;top&quot;:48.55724409448818,&quot;width&quot;:1635.218661417323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6.5896062992126,&quot;left&quot;:126.73370078740156,&quot;top&quot;:48.55724409448818,&quot;width&quot;:1635.218661417323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6.5896062992126,&quot;left&quot;:126.73370078740156,&quot;top&quot;:48.55724409448818,&quot;width&quot;:1635.218661417323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6.5896062992126,&quot;left&quot;:126.73370078740156,&quot;top&quot;:48.55724409448818,&quot;width&quot;:1635.218661417323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6.5896062992126,&quot;left&quot;:126.73370078740156,&quot;top&quot;:48.55724409448818,&quot;width&quot;:1635.218661417323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6.5896062992126,&quot;left&quot;:126.73370078740156,&quot;top&quot;:48.55724409448818,&quot;width&quot;:1635.218661417323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6.5896062992126,&quot;left&quot;:126.73370078740156,&quot;top&quot;:48.55724409448818,&quot;width&quot;:1635.218661417323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6.5896062992126,&quot;left&quot;:126.73370078740156,&quot;top&quot;:48.55724409448818,&quot;width&quot;:1635.218661417323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6.5896062992126,&quot;left&quot;:126.73370078740156,&quot;top&quot;:48.55724409448818,&quot;width&quot;:1635.218661417323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6.5896062992126,&quot;left&quot;:126.73370078740156,&quot;top&quot;:48.55724409448818,&quot;width&quot;:1635.218661417323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6.5896062992126,&quot;left&quot;:126.73370078740156,&quot;top&quot;:48.55724409448818,&quot;width&quot;:1635.218661417323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6.5896062992126,&quot;left&quot;:126.73370078740156,&quot;top&quot;:48.55724409448818,&quot;width&quot;:1635.218661417323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6.5896062992126,&quot;left&quot;:126.73370078740156,&quot;top&quot;:48.55724409448818,&quot;width&quot;:1635.218661417323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6.5896062992126,&quot;left&quot;:126.73370078740156,&quot;top&quot;:48.55724409448818,&quot;width&quot;:1635.218661417323}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6.5896062992126,&quot;left&quot;:126.73370078740156,&quot;top&quot;:48.55724409448818,&quot;width&quot;:1635.218661417323}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6.5896062992126,&quot;left&quot;:126.73370078740156,&quot;top&quot;:48.55724409448818,&quot;width&quot;:1635.218661417323}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6.5896062992126,&quot;left&quot;:126.73370078740156,&quot;top&quot;:48.55724409448818,&quot;width&quot;:1635.218661417323}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6.5896062992126,&quot;left&quot;:126.73370078740156,&quot;top&quot;:48.55724409448818,&quot;width&quot;:1635.218661417323}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6.5896062992126,&quot;left&quot;:126.73370078740156,&quot;top&quot;:48.55724409448818,&quot;width&quot;:1635.218661417323}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6.5896062992126,&quot;left&quot;:126.73370078740156,&quot;top&quot;:48.55724409448818,&quot;width&quot;:1635.218661417323}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6.5896062992126,&quot;left&quot;:126.73370078740156,&quot;top&quot;:48.55724409448818,&quot;width&quot;:1635.218661417323}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6.5896062992126,&quot;left&quot;:126.73370078740156,&quot;top&quot;:48.55724409448818,&quot;width&quot;:1635.218661417323}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6.5896062992126,&quot;left&quot;:126.73370078740156,&quot;top&quot;:48.55724409448818,&quot;width&quot;:1635.218661417323}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6.5896062992126,&quot;left&quot;:126.73370078740156,&quot;top&quot;:48.55724409448818,&quot;width&quot;:1635.218661417323}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6.5896062992126,&quot;left&quot;:126.73370078740156,&quot;top&quot;:48.55724409448818,&quot;width&quot;:1635.218661417323}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6.5896062992126,&quot;left&quot;:126.73370078740156,&quot;top&quot;:48.55724409448818,&quot;width&quot;:1635.218661417323}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6.5896062992126,&quot;left&quot;:126.73370078740156,&quot;top&quot;:48.55724409448818,&quot;width&quot;:1635.218661417323}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6.5896062992126,&quot;left&quot;:126.73370078740156,&quot;top&quot;:48.55724409448818,&quot;width&quot;:1635.218661417323}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6.5896062992126,&quot;left&quot;:126.73370078740156,&quot;top&quot;:48.55724409448818,&quot;width&quot;:1635.218661417323}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6.5896062992126,&quot;left&quot;:126.73370078740156,&quot;top&quot;:48.55724409448818,&quot;width&quot;:1635.218661417323}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6.5896062992126,&quot;left&quot;:126.73370078740156,&quot;top&quot;:48.55724409448818,&quot;width&quot;:1635.218661417323}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6.5896062992126,&quot;left&quot;:126.73370078740156,&quot;top&quot;:48.55724409448818,&quot;width&quot;:1635.218661417323}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6.5896062992126,&quot;left&quot;:126.73370078740156,&quot;top&quot;:48.55724409448818,&quot;width&quot;:1635.218661417323}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6.5896062992126,&quot;left&quot;:126.73370078740156,&quot;top&quot;:48.55724409448818,&quot;width&quot;:1635.218661417323}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6.5896062992126,&quot;left&quot;:126.73370078740156,&quot;top&quot;:48.55724409448818,&quot;width&quot;:1635.218661417323}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6.5896062992126,&quot;left&quot;:126.73370078740156,&quot;top&quot;:48.55724409448818,&quot;width&quot;:1635.218661417323}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6.5896062992126,&quot;left&quot;:126.73370078740156,&quot;top&quot;:48.55724409448818,&quot;width&quot;:1635.218661417323}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6.5896062992126,&quot;left&quot;:126.73370078740156,&quot;top&quot;:48.55724409448818,&quot;width&quot;:1635.218661417323}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6.5896062992126,&quot;left&quot;:126.73370078740156,&quot;top&quot;:48.55724409448818,&quot;width&quot;:1635.218661417323}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6.5896062992126,&quot;left&quot;:126.73370078740156,&quot;top&quot;:48.55724409448818,&quot;width&quot;:1635.218661417323}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6.5896062992126,&quot;left&quot;:126.73370078740156,&quot;top&quot;:48.55724409448818,&quot;width&quot;:1635.218661417323}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6.5896062992126,&quot;left&quot;:126.73370078740156,&quot;top&quot;:48.55724409448818,&quot;width&quot;:1635.218661417323}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6.5896062992126,&quot;left&quot;:126.73370078740156,&quot;top&quot;:48.55724409448818,&quot;width&quot;:1635.218661417323}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6.5896062992126,&quot;left&quot;:126.73370078740156,&quot;top&quot;:48.55724409448818,&quot;width&quot;:1635.218661417323}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6.5896062992126,&quot;left&quot;:126.73370078740156,&quot;top&quot;:48.55724409448818,&quot;width&quot;:1635.218661417323}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6.5896062992126,&quot;left&quot;:126.73370078740156,&quot;top&quot;:48.55724409448818,&quot;width&quot;:1635.218661417323}"/>
</p:tagLst>
</file>

<file path=ppt/theme/theme1.xml><?xml version="1.0" encoding="utf-8"?>
<a:theme xmlns:a="http://schemas.openxmlformats.org/drawingml/2006/main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2118</Words>
  <Application>Microsoft Office PowerPoint</Application>
  <PresentationFormat>自定义</PresentationFormat>
  <Paragraphs>1700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4" baseType="lpstr">
      <vt:lpstr>Helvetica Neue</vt:lpstr>
      <vt:lpstr>Helvetica Neue Medium</vt:lpstr>
      <vt:lpstr>Arial</vt:lpstr>
      <vt:lpstr>21_BasicWhite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qinyun zheng</cp:lastModifiedBy>
  <cp:revision>7</cp:revision>
  <dcterms:created xsi:type="dcterms:W3CDTF">2026-04-09T07:07:00Z</dcterms:created>
  <dcterms:modified xsi:type="dcterms:W3CDTF">2026-04-09T08:22:11Z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EB22372DF8D24519A3C803421AB77E39_12</vt:lpwstr>
  </property>
</Properties>
</file>